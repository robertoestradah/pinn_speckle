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f37d1a56a847ce" /><Relationship Type="http://schemas.openxmlformats.org/officeDocument/2006/relationships/extended-properties" Target="/docProps/app.xml" Id="Raba4b99b84e44fae" /><Relationship Type="http://schemas.openxmlformats.org/officeDocument/2006/relationships/officeDocument" Target="/ppt/presentation.xml" Id="Rf6912836d2424d95" /></Relationships>
</file>

<file path=ppt/presentation.xml><?xml version="1.0" encoding="utf-8"?>
<p:presentation xmlns:p="http://schemas.openxmlformats.org/presentationml/2006/main">
  <p:sldMasterIdLst>
    <p:sldMasterId xmlns:r="http://schemas.openxmlformats.org/officeDocument/2006/relationships" id="2147483648" r:id="Rb8546d7991f74a52"/>
  </p:sldMasterIdLst>
  <p:notesMasterIdLst>
    <p:notesMasterId xmlns:r="http://schemas.openxmlformats.org/officeDocument/2006/relationships" r:id="R34585875859f42be"/>
  </p:notesMasterIdLst>
  <p:sldIdLst>
    <p:sldId xmlns:r="http://schemas.openxmlformats.org/officeDocument/2006/relationships" id="256" r:id="Rc8b0446ca7e64746"/>
  </p:sldIdLst>
  <p:sldSz cx="32399288" cy="46799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d0cc825e7764172" /><Relationship Type="http://schemas.openxmlformats.org/officeDocument/2006/relationships/slideMaster" Target="/ppt/slideMasters/slideMaster1.xml" Id="Rb8546d7991f74a52" /><Relationship Type="http://schemas.openxmlformats.org/officeDocument/2006/relationships/notesMaster" Target="/ppt/notesMasters/notesMaster1.xml" Id="R34585875859f42be" /><Relationship Type="http://schemas.openxmlformats.org/officeDocument/2006/relationships/presProps" Target="/ppt/presProps.xml" Id="R015d82956edf4798" /><Relationship Type="http://schemas.openxmlformats.org/officeDocument/2006/relationships/viewProps" Target="/ppt/viewProps.xml" Id="Re029b708da34472d" /><Relationship Type="http://schemas.openxmlformats.org/officeDocument/2006/relationships/tableStyles" Target="/ppt/tableStyles.xml" Id="Rab7899b9e2ea42d7" /><Relationship Type="http://schemas.openxmlformats.org/officeDocument/2006/relationships/slide" Target="/ppt/slides/slide1.xml" Id="Rc8b0446ca7e647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a99ba27fc142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8ef932bbfd42af" /><Relationship Type="http://schemas.openxmlformats.org/officeDocument/2006/relationships/notesMaster" Target="/ppt/notesMasters/notesMaster1.xml" Id="R04f99bca203543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5ebb67d01243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ab68008a5a4c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d8ae736c1e4c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9a6cff138546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6b86b2ec2a46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b800e5eb2a4d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918f8a21bb04f5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4f291a55132452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eb3070634ef406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fe53f9671204c2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6ab4611a61a42e3" /></Relationships>
</file>

<file path=ppt/slideLayouts/slideLayout1.xml><?xml version="1.0" encoding="utf-8"?>
<p:sldLayout xmlns:p="http://schemas.openxmlformats.org/presentationml/2006/main" type="title" preserve="1">
  <p:cSld name="Diapositiva d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BFE226-2DDD-40F3-88BC-056D496C1428}"/>
              </a:ext>
            </a:extLst>
          </p:cNvPr>
          <p:cNvSpPr>
            <a:spLocks xmlns:a="http://schemas.openxmlformats.org/drawingml/2006/main" noGrp="1"/>
          </p:cNvSpPr>
          <p:nvPr>
            <p:ph type="ctrTitle" idx="0"/>
          </p:nvPr>
        </p:nvSpPr>
        <p:spPr>
          <a:xfrm xmlns:a="http://schemas.openxmlformats.org/drawingml/2006/main">
            <a:off x="2429947" y="7659088"/>
            <a:ext cx="27539395" cy="16293159"/>
          </a:xfrm>
        </p:spPr>
        <p:txBody>
          <a:bodyPr xmlns:a="http://schemas.openxmlformats.org/drawingml/2006/main" anchor="b"/>
          <a:lstStyle xmlns:a="http://schemas.openxmlformats.org/drawingml/2006/main">
            <a:lvl1pPr algn="ctr">
              <a:buNone/>
              <a:defRPr sz="21259"/>
            </a:lvl1pPr>
          </a:lstStyle>
          <a:p xmlns:a="http://schemas.openxmlformats.org/drawingml/2006/main">
            <a:r>
              <a:t>Haga clic para modificar el estilo de título del patrón</a:t>
            </a:r>
            <a:endParaRPr/>
          </a:p>
        </p:txBody>
      </p:sp>
      <p:sp>
        <p:nvSpPr>
          <p:cNvPr id="3" name="Subtitle 2">
            <a:extLst xmlns:a="http://schemas.openxmlformats.org/drawingml/2006/main">
              <a:ext uri="{FF2B5EF4-FFF2-40B4-BE49-F238E27FC236}">
                <a16:creationId xmlns:a16="http://schemas.microsoft.com/office/drawing/2014/main" id="{698CB038-6FC0-4339-BA06-CEB26D287085}"/>
              </a:ext>
            </a:extLst>
          </p:cNvPr>
          <p:cNvSpPr>
            <a:spLocks xmlns:a="http://schemas.openxmlformats.org/drawingml/2006/main" noGrp="1"/>
          </p:cNvSpPr>
          <p:nvPr>
            <p:ph type="subTitle" idx="1"/>
          </p:nvPr>
        </p:nvSpPr>
        <p:spPr>
          <a:xfrm xmlns:a="http://schemas.openxmlformats.org/drawingml/2006/main">
            <a:off x="4049911" y="24580574"/>
            <a:ext cx="24299466" cy="11299043"/>
          </a:xfrm>
        </p:spPr>
        <p:txBody>
          <a:bodyPr xmlns:a="http://schemas.openxmlformats.org/drawingml/2006/main"/>
          <a:lstStyle xmlns:a="http://schemas.openxmlformats.org/drawingml/2006/main">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xmlns:a="http://schemas.openxmlformats.org/drawingml/2006/main">
            <a:r>
              <a:t>Haga clic para modificar el estilo de subtítulo del patrón</a:t>
            </a:r>
            <a:endParaRPr/>
          </a:p>
        </p:txBody>
      </p:sp>
      <p:sp>
        <p:nvSpPr>
          <p:cNvPr id="4" name="Date Placeholder 3">
            <a:extLst xmlns:a="http://schemas.openxmlformats.org/drawingml/2006/main">
              <a:ext uri="{FF2B5EF4-FFF2-40B4-BE49-F238E27FC236}">
                <a16:creationId xmlns:a16="http://schemas.microsoft.com/office/drawing/2014/main" id="{B0ADAA27-410D-4B93-BE50-67EB60EBAD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5" name="Footer Placeholder 4">
            <a:extLst xmlns:a="http://schemas.openxmlformats.org/drawingml/2006/main">
              <a:ext uri="{FF2B5EF4-FFF2-40B4-BE49-F238E27FC236}">
                <a16:creationId xmlns:a16="http://schemas.microsoft.com/office/drawing/2014/main" id="{995CF813-705C-4119-92B2-B196EEEAE7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AEFC323-30C9-4806-82C7-5305014A22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2.xml><?xml version="1.0" encoding="utf-8"?>
<p:sldLayout xmlns:p="http://schemas.openxmlformats.org/presentationml/2006/main" type="obj" preserve="1">
  <p:cSld name="Título y obje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6010B0-FD76-474B-A019-0688A2AA436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Content Placeholder 2">
            <a:extLst xmlns:a="http://schemas.openxmlformats.org/drawingml/2006/main">
              <a:ext uri="{FF2B5EF4-FFF2-40B4-BE49-F238E27FC236}">
                <a16:creationId xmlns:a16="http://schemas.microsoft.com/office/drawing/2014/main" id="{89C3F179-9B27-4F49-B1FC-DA25D638004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DEB95883-E2D2-4676-8FC2-C08006CDE4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5" name="Footer Placeholder 4">
            <a:extLst xmlns:a="http://schemas.openxmlformats.org/drawingml/2006/main">
              <a:ext uri="{FF2B5EF4-FFF2-40B4-BE49-F238E27FC236}">
                <a16:creationId xmlns:a16="http://schemas.microsoft.com/office/drawing/2014/main" id="{CDE1DC7A-2D6D-4432-A0ED-73C4F001FF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24378AD-9B39-4E72-AF3E-4380B7BB9A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3.xml><?xml version="1.0" encoding="utf-8"?>
<p:sldLayout xmlns:p="http://schemas.openxmlformats.org/presentationml/2006/main" type="secHead" preserve="1">
  <p:cSld name="Encabezado de secció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00996F-22A3-4349-B57D-48662920FE87}"/>
              </a:ext>
            </a:extLst>
          </p:cNvPr>
          <p:cNvSpPr>
            <a:spLocks xmlns:a="http://schemas.openxmlformats.org/drawingml/2006/main" noGrp="1"/>
          </p:cNvSpPr>
          <p:nvPr>
            <p:ph type="title" idx="0"/>
          </p:nvPr>
        </p:nvSpPr>
        <p:spPr>
          <a:xfrm xmlns:a="http://schemas.openxmlformats.org/drawingml/2006/main">
            <a:off x="2210578" y="11667389"/>
            <a:ext cx="27944386" cy="19467289"/>
          </a:xfrm>
        </p:spPr>
        <p:txBody>
          <a:bodyPr xmlns:a="http://schemas.openxmlformats.org/drawingml/2006/main" anchor="b"/>
          <a:lstStyle xmlns:a="http://schemas.openxmlformats.org/drawingml/2006/main">
            <a:lvl1pPr>
              <a:buNone/>
              <a:defRPr sz="21259"/>
            </a:lvl1pPr>
          </a:lstStyle>
          <a:p xmlns:a="http://schemas.openxmlformats.org/drawingml/2006/main">
            <a:r>
              <a:t>Haga clic para modificar el estilo de título del patrón</a:t>
            </a:r>
            <a:endParaRPr/>
          </a:p>
        </p:txBody>
      </p:sp>
      <p:sp>
        <p:nvSpPr>
          <p:cNvPr id="3" name="Text Placeholder 2">
            <a:extLst xmlns:a="http://schemas.openxmlformats.org/drawingml/2006/main">
              <a:ext uri="{FF2B5EF4-FFF2-40B4-BE49-F238E27FC236}">
                <a16:creationId xmlns:a16="http://schemas.microsoft.com/office/drawing/2014/main" id="{98AEEFFF-B697-4ED3-B741-3FD6AF2C330A}"/>
              </a:ext>
            </a:extLst>
          </p:cNvPr>
          <p:cNvSpPr>
            <a:spLocks xmlns:a="http://schemas.openxmlformats.org/drawingml/2006/main" noGrp="1"/>
          </p:cNvSpPr>
          <p:nvPr>
            <p:ph type="body" idx="1"/>
          </p:nvPr>
        </p:nvSpPr>
        <p:spPr>
          <a:xfrm xmlns:a="http://schemas.openxmlformats.org/drawingml/2006/main">
            <a:off x="2210578" y="31318846"/>
            <a:ext cx="27944386" cy="10237387"/>
          </a:xfrm>
        </p:spPr>
        <p:txBody>
          <a:bodyPr xmlns:a="http://schemas.openxmlformats.org/drawingml/2006/main"/>
          <a:lstStyle xmlns:a="http://schemas.openxmlformats.org/drawingml/2006/main">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xmlns:a="http://schemas.openxmlformats.org/drawingml/2006/main">
            <a:pPr lvl="0">
              <a:buNone/>
            </a:pPr>
            <a:r>
              <a:t>Haga clic para modificar los estilos de texto del patrón</a:t>
            </a:r>
          </a:p>
        </p:txBody>
      </p:sp>
      <p:sp>
        <p:nvSpPr>
          <p:cNvPr id="4" name="Date Placeholder 3">
            <a:extLst xmlns:a="http://schemas.openxmlformats.org/drawingml/2006/main">
              <a:ext uri="{FF2B5EF4-FFF2-40B4-BE49-F238E27FC236}">
                <a16:creationId xmlns:a16="http://schemas.microsoft.com/office/drawing/2014/main" id="{45065FCC-BA5E-48D5-9347-A1EBBC9C22C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5" name="Footer Placeholder 4">
            <a:extLst xmlns:a="http://schemas.openxmlformats.org/drawingml/2006/main">
              <a:ext uri="{FF2B5EF4-FFF2-40B4-BE49-F238E27FC236}">
                <a16:creationId xmlns:a16="http://schemas.microsoft.com/office/drawing/2014/main" id="{88AAC06C-CE54-487A-86C4-CBDDC016B9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1232EE9-9905-4052-B695-6A0972CBE4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4.xml><?xml version="1.0" encoding="utf-8"?>
<p:sldLayout xmlns:p="http://schemas.openxmlformats.org/presentationml/2006/main" type="twoObj" preserve="1">
  <p:cSld name="Dos obje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F31350-D251-453B-ACAF-208D95707A0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Content Placeholder 2">
            <a:extLst xmlns:a="http://schemas.openxmlformats.org/drawingml/2006/main">
              <a:ext uri="{FF2B5EF4-FFF2-40B4-BE49-F238E27FC236}">
                <a16:creationId xmlns:a16="http://schemas.microsoft.com/office/drawing/2014/main" id="{BC13344E-470D-48D1-A860-BE68EB80027C}"/>
              </a:ext>
            </a:extLst>
          </p:cNvPr>
          <p:cNvSpPr>
            <a:spLocks xmlns:a="http://schemas.openxmlformats.org/drawingml/2006/main" noGrp="1"/>
          </p:cNvSpPr>
          <p:nvPr>
            <p:ph idx="1"/>
          </p:nvPr>
        </p:nvSpPr>
        <p:spPr>
          <a:xfrm xmlns:a="http://schemas.openxmlformats.org/drawingml/2006/main">
            <a:off x="2227451" y="12458200"/>
            <a:ext cx="13769697" cy="29693853"/>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Content Placeholder 3">
            <a:extLst xmlns:a="http://schemas.openxmlformats.org/drawingml/2006/main">
              <a:ext uri="{FF2B5EF4-FFF2-40B4-BE49-F238E27FC236}">
                <a16:creationId xmlns:a16="http://schemas.microsoft.com/office/drawing/2014/main" id="{532803A8-8FE3-4A38-8409-15A081E7B35E}"/>
              </a:ext>
            </a:extLst>
          </p:cNvPr>
          <p:cNvSpPr>
            <a:spLocks xmlns:a="http://schemas.openxmlformats.org/drawingml/2006/main" noGrp="1"/>
          </p:cNvSpPr>
          <p:nvPr>
            <p:ph idx="2"/>
          </p:nvPr>
        </p:nvSpPr>
        <p:spPr>
          <a:xfrm xmlns:a="http://schemas.openxmlformats.org/drawingml/2006/main">
            <a:off x="16402140" y="12458200"/>
            <a:ext cx="13769697" cy="29693853"/>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Date Placeholder 4">
            <a:extLst xmlns:a="http://schemas.openxmlformats.org/drawingml/2006/main">
              <a:ext uri="{FF2B5EF4-FFF2-40B4-BE49-F238E27FC236}">
                <a16:creationId xmlns:a16="http://schemas.microsoft.com/office/drawing/2014/main" id="{D6CD1099-6AD6-4472-8AD7-C1C5BBD23F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6" name="Footer Placeholder 5">
            <a:extLst xmlns:a="http://schemas.openxmlformats.org/drawingml/2006/main">
              <a:ext uri="{FF2B5EF4-FFF2-40B4-BE49-F238E27FC236}">
                <a16:creationId xmlns:a16="http://schemas.microsoft.com/office/drawing/2014/main" id="{D5EC5E7E-9F67-41BB-8566-BE3B2D3AE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C62935A-094F-4698-A942-7AB5051C67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5.xml><?xml version="1.0" encoding="utf-8"?>
<p:sldLayout xmlns:p="http://schemas.openxmlformats.org/presentationml/2006/main" type="twoTxTwoObj" preserve="1">
  <p:cSld name="Comparació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AF4156-5EC5-432B-847A-525D27801DD8}"/>
              </a:ext>
            </a:extLst>
          </p:cNvPr>
          <p:cNvSpPr>
            <a:spLocks xmlns:a="http://schemas.openxmlformats.org/drawingml/2006/main" noGrp="1"/>
          </p:cNvSpPr>
          <p:nvPr>
            <p:ph type="title" idx="0"/>
          </p:nvPr>
        </p:nvSpPr>
        <p:spPr>
          <a:xfrm xmlns:a="http://schemas.openxmlformats.org/drawingml/2006/main">
            <a:off x="2231671" y="2491650"/>
            <a:ext cx="27944386" cy="9045740"/>
          </a:xfrm>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Text Placeholder 2">
            <a:extLst xmlns:a="http://schemas.openxmlformats.org/drawingml/2006/main">
              <a:ext uri="{FF2B5EF4-FFF2-40B4-BE49-F238E27FC236}">
                <a16:creationId xmlns:a16="http://schemas.microsoft.com/office/drawing/2014/main" id="{7041C7ED-05C5-4A15-882C-A09897E6F072}"/>
              </a:ext>
            </a:extLst>
          </p:cNvPr>
          <p:cNvSpPr>
            <a:spLocks xmlns:a="http://schemas.openxmlformats.org/drawingml/2006/main" noGrp="1"/>
          </p:cNvSpPr>
          <p:nvPr>
            <p:ph type="body" idx="1"/>
          </p:nvPr>
        </p:nvSpPr>
        <p:spPr>
          <a:xfrm xmlns:a="http://schemas.openxmlformats.org/drawingml/2006/main">
            <a:off x="2231675" y="11472381"/>
            <a:ext cx="13706415" cy="5622437"/>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Haga clic para modificar los estilos de texto del patrón</a:t>
            </a:r>
          </a:p>
        </p:txBody>
      </p:sp>
      <p:sp>
        <p:nvSpPr>
          <p:cNvPr id="4" name="Content Placeholder 3">
            <a:extLst xmlns:a="http://schemas.openxmlformats.org/drawingml/2006/main">
              <a:ext uri="{FF2B5EF4-FFF2-40B4-BE49-F238E27FC236}">
                <a16:creationId xmlns:a16="http://schemas.microsoft.com/office/drawing/2014/main" id="{FA0526AB-0AF6-4E11-88C9-F30FBE5E62C5}"/>
              </a:ext>
            </a:extLst>
          </p:cNvPr>
          <p:cNvSpPr>
            <a:spLocks xmlns:a="http://schemas.openxmlformats.org/drawingml/2006/main" noGrp="1"/>
          </p:cNvSpPr>
          <p:nvPr>
            <p:ph idx="2"/>
          </p:nvPr>
        </p:nvSpPr>
        <p:spPr>
          <a:xfrm xmlns:a="http://schemas.openxmlformats.org/drawingml/2006/main">
            <a:off x="2231675" y="17094818"/>
            <a:ext cx="13706415" cy="25143901"/>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Text Placeholder 4">
            <a:extLst xmlns:a="http://schemas.openxmlformats.org/drawingml/2006/main">
              <a:ext uri="{FF2B5EF4-FFF2-40B4-BE49-F238E27FC236}">
                <a16:creationId xmlns:a16="http://schemas.microsoft.com/office/drawing/2014/main" id="{9507890B-CD78-472D-8F9C-2482C06AAE37}"/>
              </a:ext>
            </a:extLst>
          </p:cNvPr>
          <p:cNvSpPr>
            <a:spLocks xmlns:a="http://schemas.openxmlformats.org/drawingml/2006/main" noGrp="1"/>
          </p:cNvSpPr>
          <p:nvPr>
            <p:ph type="body" idx="3"/>
          </p:nvPr>
        </p:nvSpPr>
        <p:spPr>
          <a:xfrm xmlns:a="http://schemas.openxmlformats.org/drawingml/2006/main">
            <a:off x="16402142" y="11472381"/>
            <a:ext cx="13773917" cy="5622437"/>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Haga clic para modificar los estilos de texto del patrón</a:t>
            </a:r>
          </a:p>
        </p:txBody>
      </p:sp>
      <p:sp>
        <p:nvSpPr>
          <p:cNvPr id="6" name="Content Placeholder 5">
            <a:extLst xmlns:a="http://schemas.openxmlformats.org/drawingml/2006/main">
              <a:ext uri="{FF2B5EF4-FFF2-40B4-BE49-F238E27FC236}">
                <a16:creationId xmlns:a16="http://schemas.microsoft.com/office/drawing/2014/main" id="{44213B05-7078-476C-835F-4D7CE6A7ABD7}"/>
              </a:ext>
            </a:extLst>
          </p:cNvPr>
          <p:cNvSpPr>
            <a:spLocks xmlns:a="http://schemas.openxmlformats.org/drawingml/2006/main" noGrp="1"/>
          </p:cNvSpPr>
          <p:nvPr>
            <p:ph idx="4"/>
          </p:nvPr>
        </p:nvSpPr>
        <p:spPr>
          <a:xfrm xmlns:a="http://schemas.openxmlformats.org/drawingml/2006/main">
            <a:off x="16402142" y="17094818"/>
            <a:ext cx="13773917" cy="25143901"/>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7" name="Date Placeholder 6">
            <a:extLst xmlns:a="http://schemas.openxmlformats.org/drawingml/2006/main">
              <a:ext uri="{FF2B5EF4-FFF2-40B4-BE49-F238E27FC236}">
                <a16:creationId xmlns:a16="http://schemas.microsoft.com/office/drawing/2014/main" id="{546AF7FA-0544-412E-8E9B-256F6E1381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8" name="Footer Placeholder 7">
            <a:extLst xmlns:a="http://schemas.openxmlformats.org/drawingml/2006/main">
              <a:ext uri="{FF2B5EF4-FFF2-40B4-BE49-F238E27FC236}">
                <a16:creationId xmlns:a16="http://schemas.microsoft.com/office/drawing/2014/main" id="{E9727B08-7112-494B-9FB3-390A3E1B69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052CE5E-F92E-4FAE-B31D-6C14E7B81B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6.xml><?xml version="1.0" encoding="utf-8"?>
<p:sldLayout xmlns:p="http://schemas.openxmlformats.org/presentationml/2006/main" type="titleOnly" preserve="1">
  <p:cSld name="Solo el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7C75EF-AD44-4131-86A2-BC55847C049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Date Placeholder 2">
            <a:extLst xmlns:a="http://schemas.openxmlformats.org/drawingml/2006/main">
              <a:ext uri="{FF2B5EF4-FFF2-40B4-BE49-F238E27FC236}">
                <a16:creationId xmlns:a16="http://schemas.microsoft.com/office/drawing/2014/main" id="{66CF7DC0-8431-4886-B2F0-2A9E9EB37B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4" name="Footer Placeholder 3">
            <a:extLst xmlns:a="http://schemas.openxmlformats.org/drawingml/2006/main">
              <a:ext uri="{FF2B5EF4-FFF2-40B4-BE49-F238E27FC236}">
                <a16:creationId xmlns:a16="http://schemas.microsoft.com/office/drawing/2014/main" id="{CEEBA80F-EA9B-4282-8FC0-723A47D773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3A6AADC8-A1BF-4752-B518-68B5D70EA7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7.xml><?xml version="1.0" encoding="utf-8"?>
<p:sldLayout xmlns:p="http://schemas.openxmlformats.org/presentationml/2006/main" type="blank" preserve="1">
  <p:cSld name="En blanco">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FBC4771-409D-4EA9-93CD-E2B1790D1A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3" name="Footer Placeholder 2">
            <a:extLst xmlns:a="http://schemas.openxmlformats.org/drawingml/2006/main">
              <a:ext uri="{FF2B5EF4-FFF2-40B4-BE49-F238E27FC236}">
                <a16:creationId xmlns:a16="http://schemas.microsoft.com/office/drawing/2014/main" id="{55347D61-30E1-4E7F-93C1-A911AB23F58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D6B9AEF-B4A3-4009-BADA-52C29F2BB21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8.xml><?xml version="1.0" encoding="utf-8"?>
<p:sldLayout xmlns:p="http://schemas.openxmlformats.org/presentationml/2006/main" type="objTx" preserve="1">
  <p:cSld name="Contenido con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6FD2A22-6381-4D12-8BF6-7B9A4511F27E}"/>
              </a:ext>
            </a:extLst>
          </p:cNvPr>
          <p:cNvSpPr>
            <a:spLocks xmlns:a="http://schemas.openxmlformats.org/drawingml/2006/main" noGrp="1"/>
          </p:cNvSpPr>
          <p:nvPr>
            <p:ph type="title" idx="0"/>
          </p:nvPr>
        </p:nvSpPr>
        <p:spPr>
          <a:xfrm xmlns:a="http://schemas.openxmlformats.org/drawingml/2006/main">
            <a:off x="2231671" y="3119967"/>
            <a:ext cx="10449614" cy="10919883"/>
          </a:xfrm>
        </p:spPr>
        <p:txBody>
          <a:bodyPr xmlns:a="http://schemas.openxmlformats.org/drawingml/2006/main" anchor="b"/>
          <a:lstStyle xmlns:a="http://schemas.openxmlformats.org/drawingml/2006/main">
            <a:lvl1pPr>
              <a:buNone/>
              <a:defRPr sz="11338"/>
            </a:lvl1pPr>
          </a:lstStyle>
          <a:p xmlns:a="http://schemas.openxmlformats.org/drawingml/2006/main">
            <a:r>
              <a:t>Haga clic para modificar el estilo de título del patrón</a:t>
            </a:r>
            <a:endParaRPr/>
          </a:p>
        </p:txBody>
      </p:sp>
      <p:sp>
        <p:nvSpPr>
          <p:cNvPr id="3" name="Content Placeholder 2">
            <a:extLst xmlns:a="http://schemas.openxmlformats.org/drawingml/2006/main">
              <a:ext uri="{FF2B5EF4-FFF2-40B4-BE49-F238E27FC236}">
                <a16:creationId xmlns:a16="http://schemas.microsoft.com/office/drawing/2014/main" id="{70E22300-7365-460A-A606-4A4DB3D32813}"/>
              </a:ext>
            </a:extLst>
          </p:cNvPr>
          <p:cNvSpPr>
            <a:spLocks xmlns:a="http://schemas.openxmlformats.org/drawingml/2006/main" noGrp="1"/>
          </p:cNvSpPr>
          <p:nvPr>
            <p:ph idx="1"/>
          </p:nvPr>
        </p:nvSpPr>
        <p:spPr>
          <a:xfrm xmlns:a="http://schemas.openxmlformats.org/drawingml/2006/main">
            <a:off x="13773917" y="6738272"/>
            <a:ext cx="16402140" cy="33257978"/>
          </a:xfrm>
        </p:spPr>
        <p:txBody>
          <a:bodyPr xmlns:a="http://schemas.openxmlformats.org/drawingml/2006/main"/>
          <a:lstStyle xmlns:a="http://schemas.openxmlformats.org/drawingml/2006/main">
            <a:lvl1pPr>
              <a:buNone/>
              <a:defRPr sz="11338"/>
            </a:lvl1pPr>
            <a:lvl2pPr>
              <a:buNone/>
              <a:defRPr sz="9921"/>
            </a:lvl2pPr>
            <a:lvl3pPr>
              <a:buNone/>
              <a:defRPr sz="8504"/>
            </a:lvl3pPr>
            <a:lvl4pPr>
              <a:buNone/>
              <a:defRPr sz="7086"/>
            </a:lvl4pPr>
            <a:lvl5pPr>
              <a:buNone/>
              <a:defRPr sz="7086"/>
            </a:lvl5pPr>
            <a:lvl6pPr>
              <a:buNone/>
              <a:defRPr sz="7086"/>
            </a:lvl6pPr>
            <a:lvl7pPr>
              <a:buNone/>
              <a:defRPr sz="7086"/>
            </a:lvl7pPr>
            <a:lvl8pPr>
              <a:buNone/>
              <a:defRPr sz="7086"/>
            </a:lvl8pPr>
            <a:lvl9pPr>
              <a:buNone/>
              <a:defRPr sz="7086"/>
            </a:lvl9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Text Placeholder 3">
            <a:extLst xmlns:a="http://schemas.openxmlformats.org/drawingml/2006/main">
              <a:ext uri="{FF2B5EF4-FFF2-40B4-BE49-F238E27FC236}">
                <a16:creationId xmlns:a16="http://schemas.microsoft.com/office/drawing/2014/main" id="{0C7BE85B-1843-477B-AFBD-E1F8D32C0F49}"/>
              </a:ext>
            </a:extLst>
          </p:cNvPr>
          <p:cNvSpPr>
            <a:spLocks xmlns:a="http://schemas.openxmlformats.org/drawingml/2006/main" noGrp="1"/>
          </p:cNvSpPr>
          <p:nvPr>
            <p:ph type="body" idx="2"/>
          </p:nvPr>
        </p:nvSpPr>
        <p:spPr>
          <a:xfrm xmlns:a="http://schemas.openxmlformats.org/drawingml/2006/main">
            <a:off x="2231671" y="14039850"/>
            <a:ext cx="10449614" cy="26010559"/>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4DE166F2-1A9A-4D13-9272-D4ACF0B3A9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6" name="Footer Placeholder 5">
            <a:extLst xmlns:a="http://schemas.openxmlformats.org/drawingml/2006/main">
              <a:ext uri="{FF2B5EF4-FFF2-40B4-BE49-F238E27FC236}">
                <a16:creationId xmlns:a16="http://schemas.microsoft.com/office/drawing/2014/main" id="{94E852DC-C832-4F44-8662-E26EA23FED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AB3A51B-B292-4AF0-9840-CFC969912F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9.xml><?xml version="1.0" encoding="utf-8"?>
<p:sldLayout xmlns:p="http://schemas.openxmlformats.org/presentationml/2006/main" type="picTx" preserve="1">
  <p:cSld name="Imagen con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A90F4D-F284-4378-9247-521F222EAC2A}"/>
              </a:ext>
            </a:extLst>
          </p:cNvPr>
          <p:cNvSpPr>
            <a:spLocks xmlns:a="http://schemas.openxmlformats.org/drawingml/2006/main" noGrp="1"/>
          </p:cNvSpPr>
          <p:nvPr>
            <p:ph type="title" idx="0"/>
          </p:nvPr>
        </p:nvSpPr>
        <p:spPr>
          <a:xfrm xmlns:a="http://schemas.openxmlformats.org/drawingml/2006/main">
            <a:off x="2231671" y="3119967"/>
            <a:ext cx="10449614" cy="10919883"/>
          </a:xfrm>
        </p:spPr>
        <p:txBody>
          <a:bodyPr xmlns:a="http://schemas.openxmlformats.org/drawingml/2006/main" anchor="b"/>
          <a:lstStyle xmlns:a="http://schemas.openxmlformats.org/drawingml/2006/main">
            <a:lvl1pPr>
              <a:buNone/>
              <a:defRPr sz="11338"/>
            </a:lvl1pPr>
          </a:lstStyle>
          <a:p xmlns:a="http://schemas.openxmlformats.org/drawingml/2006/main">
            <a:r>
              <a:t>Haga clic para modificar el estilo de título del patrón</a:t>
            </a:r>
            <a:endParaRPr/>
          </a:p>
        </p:txBody>
      </p:sp>
      <p:sp>
        <p:nvSpPr>
          <p:cNvPr id="3" name="Picture Placeholder 2">
            <a:extLst xmlns:a="http://schemas.openxmlformats.org/drawingml/2006/main">
              <a:ext uri="{FF2B5EF4-FFF2-40B4-BE49-F238E27FC236}">
                <a16:creationId xmlns:a16="http://schemas.microsoft.com/office/drawing/2014/main" id="{E7DA256C-CB1E-4052-AAE3-237179C7891B}"/>
              </a:ext>
            </a:extLst>
          </p:cNvPr>
          <p:cNvSpPr>
            <a:spLocks xmlns:a="http://schemas.openxmlformats.org/drawingml/2006/main" noGrp="1"/>
          </p:cNvSpPr>
          <p:nvPr>
            <p:ph type="pic" idx="1"/>
          </p:nvPr>
        </p:nvSpPr>
        <p:spPr>
          <a:xfrm xmlns:a="http://schemas.openxmlformats.org/drawingml/2006/main">
            <a:off x="13773917" y="6738272"/>
            <a:ext cx="16402140" cy="33257978"/>
          </a:xfrm>
        </p:spPr>
        <p:txBody>
          <a:bodyPr xmlns:a="http://schemas.openxmlformats.org/drawingml/2006/main" anchor="t"/>
          <a:lstStyle xmlns:a="http://schemas.openxmlformats.org/drawingml/2006/main">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xmlns:a="http://schemas.openxmlformats.org/drawingml/2006/main">
            <a:r>
              <a:t>Haga clic en el icono para agregar una imagen</a:t>
            </a:r>
            <a:endParaRPr/>
          </a:p>
        </p:txBody>
      </p:sp>
      <p:sp>
        <p:nvSpPr>
          <p:cNvPr id="4" name="Text Placeholder 3">
            <a:extLst xmlns:a="http://schemas.openxmlformats.org/drawingml/2006/main">
              <a:ext uri="{FF2B5EF4-FFF2-40B4-BE49-F238E27FC236}">
                <a16:creationId xmlns:a16="http://schemas.microsoft.com/office/drawing/2014/main" id="{B753D57C-55F2-4045-A283-A161F00ECB07}"/>
              </a:ext>
            </a:extLst>
          </p:cNvPr>
          <p:cNvSpPr>
            <a:spLocks xmlns:a="http://schemas.openxmlformats.org/drawingml/2006/main" noGrp="1"/>
          </p:cNvSpPr>
          <p:nvPr>
            <p:ph type="body" idx="2"/>
          </p:nvPr>
        </p:nvSpPr>
        <p:spPr>
          <a:xfrm xmlns:a="http://schemas.openxmlformats.org/drawingml/2006/main">
            <a:off x="2231671" y="14039850"/>
            <a:ext cx="10449614" cy="26010559"/>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DF0257A4-BF5A-4481-9A95-7E74EA8769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6" name="Footer Placeholder 5">
            <a:extLst xmlns:a="http://schemas.openxmlformats.org/drawingml/2006/main">
              <a:ext uri="{FF2B5EF4-FFF2-40B4-BE49-F238E27FC236}">
                <a16:creationId xmlns:a16="http://schemas.microsoft.com/office/drawing/2014/main" id="{25763333-39A2-45A6-9610-04A84E6C15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9A029BF-2B01-4836-9AC7-DC9500583F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10.xml><?xml version="1.0" encoding="utf-8"?>
<p:sldLayout xmlns:p="http://schemas.openxmlformats.org/presentationml/2006/main" type="vertTx" preserve="1">
  <p:cSld name="Título y texto vertica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BE2870-84E1-4F30-A822-81B904DE3A0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Vertical Text Placeholder 2">
            <a:extLst xmlns:a="http://schemas.openxmlformats.org/drawingml/2006/main">
              <a:ext uri="{FF2B5EF4-FFF2-40B4-BE49-F238E27FC236}">
                <a16:creationId xmlns:a16="http://schemas.microsoft.com/office/drawing/2014/main" id="{E14D29B2-CA57-4B57-A139-D57233435F6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E137E074-ED9F-48F6-BD32-A1BA7AFD6F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5" name="Footer Placeholder 4">
            <a:extLst xmlns:a="http://schemas.openxmlformats.org/drawingml/2006/main">
              <a:ext uri="{FF2B5EF4-FFF2-40B4-BE49-F238E27FC236}">
                <a16:creationId xmlns:a16="http://schemas.microsoft.com/office/drawing/2014/main" id="{EA3FBDAF-D3E7-4CB7-9DDB-42A4298A60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06AFD13-564D-40F2-B85A-45A7F1C2A6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Layouts/slideLayout11.xml><?xml version="1.0" encoding="utf-8"?>
<p:sldLayout xmlns:p="http://schemas.openxmlformats.org/presentationml/2006/main" type="vertTitleAndTx" preserve="1">
  <p:cSld name="Título vertical y texto">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A18C43C-9CA0-4806-82C1-2FCDCA5B39C0}"/>
              </a:ext>
            </a:extLst>
          </p:cNvPr>
          <p:cNvSpPr>
            <a:spLocks xmlns:a="http://schemas.openxmlformats.org/drawingml/2006/main" noGrp="1"/>
          </p:cNvSpPr>
          <p:nvPr>
            <p:ph type="title" idx="0"/>
          </p:nvPr>
        </p:nvSpPr>
        <p:spPr>
          <a:xfrm xmlns:a="http://schemas.openxmlformats.org/drawingml/2006/main">
            <a:off x="23185742" y="2491640"/>
            <a:ext cx="6986096" cy="39660413"/>
          </a:xfrm>
        </p:spPr>
        <p:txBody>
          <a:bodyPr xmlns:a="http://schemas.openxmlformats.org/drawingml/2006/main" vert="eaVert"/>
          <a:lstStyle xmlns:a="http://schemas.openxmlformats.org/drawingml/2006/main"/>
          <a:p xmlns:a="http://schemas.openxmlformats.org/drawingml/2006/main">
            <a:r>
              <a:t>Haga clic para modificar el estilo de título del patrón</a:t>
            </a:r>
            <a:endParaRPr/>
          </a:p>
        </p:txBody>
      </p:sp>
      <p:sp>
        <p:nvSpPr>
          <p:cNvPr id="3" name="Vertical Text Placeholder 2">
            <a:extLst xmlns:a="http://schemas.openxmlformats.org/drawingml/2006/main">
              <a:ext uri="{FF2B5EF4-FFF2-40B4-BE49-F238E27FC236}">
                <a16:creationId xmlns:a16="http://schemas.microsoft.com/office/drawing/2014/main" id="{406C97C4-05DA-4659-AC12-D09225BB1666}"/>
              </a:ext>
            </a:extLst>
          </p:cNvPr>
          <p:cNvSpPr>
            <a:spLocks xmlns:a="http://schemas.openxmlformats.org/drawingml/2006/main" noGrp="1"/>
          </p:cNvSpPr>
          <p:nvPr>
            <p:ph type="body" idx="1"/>
          </p:nvPr>
        </p:nvSpPr>
        <p:spPr>
          <a:xfrm xmlns:a="http://schemas.openxmlformats.org/drawingml/2006/main">
            <a:off x="2227453" y="2491640"/>
            <a:ext cx="20553298" cy="39660413"/>
          </a:xfrm>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E4DA131E-2A98-4BCB-A844-53F2930FAF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59D279-7FFD-4108-AAC5-6DD8152157B1}" type="datetimeFigureOut">
              <a:t>05/10/2023</a:t>
            </a:fld>
            <a:endParaRPr/>
          </a:p>
        </p:txBody>
      </p:sp>
      <p:sp>
        <p:nvSpPr>
          <p:cNvPr id="5" name="Footer Placeholder 4">
            <a:extLst xmlns:a="http://schemas.openxmlformats.org/drawingml/2006/main">
              <a:ext uri="{FF2B5EF4-FFF2-40B4-BE49-F238E27FC236}">
                <a16:creationId xmlns:a16="http://schemas.microsoft.com/office/drawing/2014/main" id="{2E4E87A4-25A9-4917-A5D9-D430FF1429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E9D5001-C9F7-430A-B348-DB5BA45C16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E107B50-42F2-442C-8A9B-03B1021A57A2}"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9ae0720c404386" /><Relationship Type="http://schemas.openxmlformats.org/officeDocument/2006/relationships/slideLayout" Target="/ppt/slideLayouts/slideLayout1.xml" Id="R074d7aef222d45e4" /><Relationship Type="http://schemas.openxmlformats.org/officeDocument/2006/relationships/slideLayout" Target="/ppt/slideLayouts/slideLayout2.xml" Id="Re57d192f4d4e407f" /><Relationship Type="http://schemas.openxmlformats.org/officeDocument/2006/relationships/slideLayout" Target="/ppt/slideLayouts/slideLayout3.xml" Id="R65ca1911b5b8427e" /><Relationship Type="http://schemas.openxmlformats.org/officeDocument/2006/relationships/slideLayout" Target="/ppt/slideLayouts/slideLayout4.xml" Id="R59440048dc56478e" /><Relationship Type="http://schemas.openxmlformats.org/officeDocument/2006/relationships/slideLayout" Target="/ppt/slideLayouts/slideLayout5.xml" Id="R8d3008c803bd4ee7" /><Relationship Type="http://schemas.openxmlformats.org/officeDocument/2006/relationships/slideLayout" Target="/ppt/slideLayouts/slideLayout6.xml" Id="Rbd2c2e508c1346bd" /><Relationship Type="http://schemas.openxmlformats.org/officeDocument/2006/relationships/slideLayout" Target="/ppt/slideLayouts/slideLayout7.xml" Id="R496b55898261449d" /><Relationship Type="http://schemas.openxmlformats.org/officeDocument/2006/relationships/slideLayout" Target="/ppt/slideLayouts/slideLayout8.xml" Id="R141206239fb64b1b" /><Relationship Type="http://schemas.openxmlformats.org/officeDocument/2006/relationships/slideLayout" Target="/ppt/slideLayouts/slideLayout9.xml" Id="Re5cfde1bd27f4676" /><Relationship Type="http://schemas.openxmlformats.org/officeDocument/2006/relationships/slideLayout" Target="/ppt/slideLayouts/slideLayout10.xml" Id="Rd4484a7e67214506" /><Relationship Type="http://schemas.openxmlformats.org/officeDocument/2006/relationships/slideLayout" Target="/ppt/slideLayouts/slideLayout11.xml" Id="R3745ac73305f485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9C472C3-9AFA-4F30-8EDC-A2725C7205E0}"/>
              </a:ext>
            </a:extLst>
          </p:cNvPr>
          <p:cNvSpPr>
            <a:spLocks xmlns:a="http://schemas.openxmlformats.org/drawingml/2006/main" noGrp="1"/>
          </p:cNvSpPr>
          <p:nvPr>
            <p:ph type="title" idx="0"/>
          </p:nvPr>
        </p:nvSpPr>
        <p:spPr>
          <a:xfrm xmlns:a="http://schemas.openxmlformats.org/drawingml/2006/main">
            <a:off x="2227451" y="2491650"/>
            <a:ext cx="27944386" cy="904574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Haga clic para modificar el estilo de título del patrón</a:t>
            </a:r>
            <a:endParaRPr/>
          </a:p>
        </p:txBody>
      </p:sp>
      <p:sp>
        <p:nvSpPr>
          <p:cNvPr id="3" name="Text Placeholder 2">
            <a:extLst xmlns:a="http://schemas.openxmlformats.org/drawingml/2006/main">
              <a:ext uri="{FF2B5EF4-FFF2-40B4-BE49-F238E27FC236}">
                <a16:creationId xmlns:a16="http://schemas.microsoft.com/office/drawing/2014/main" id="{995150D7-4CF7-4407-A7E9-45BBB46F7C86}"/>
              </a:ext>
            </a:extLst>
          </p:cNvPr>
          <p:cNvSpPr>
            <a:spLocks xmlns:a="http://schemas.openxmlformats.org/drawingml/2006/main" noGrp="1"/>
          </p:cNvSpPr>
          <p:nvPr>
            <p:ph type="body" idx="1"/>
          </p:nvPr>
        </p:nvSpPr>
        <p:spPr>
          <a:xfrm xmlns:a="http://schemas.openxmlformats.org/drawingml/2006/main">
            <a:off x="2227451" y="12458200"/>
            <a:ext cx="27944386" cy="2969385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CFD81591-F21B-42AE-AD04-1F98A7FC17E1}"/>
              </a:ext>
            </a:extLst>
          </p:cNvPr>
          <p:cNvSpPr>
            <a:spLocks xmlns:a="http://schemas.openxmlformats.org/drawingml/2006/main" noGrp="1"/>
          </p:cNvSpPr>
          <p:nvPr>
            <p:ph type="dt" idx="2"/>
          </p:nvPr>
        </p:nvSpPr>
        <p:spPr>
          <a:xfrm xmlns:a="http://schemas.openxmlformats.org/drawingml/2006/main">
            <a:off x="2227451" y="43376214"/>
            <a:ext cx="7289840" cy="249164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252">
                <a:solidFill>
                  <a:schemeClr val="tx1">
                    <a:tint val="75000"/>
                  </a:schemeClr>
                </a:solidFill>
              </a:defRPr>
            </a:lvl1pPr>
          </a:lstStyle>
          <a:p xmlns:a="http://schemas.openxmlformats.org/drawingml/2006/main">
            <a:fld id="{2859D279-7FFD-4108-AAC5-6DD8152157B1}" type="datetimeFigureOut">
              <a:t>05/10/2023</a:t>
            </a:fld>
            <a:endParaRPr/>
          </a:p>
        </p:txBody>
      </p:sp>
      <p:sp>
        <p:nvSpPr>
          <p:cNvPr id="5" name="Footer Placeholder 4">
            <a:extLst xmlns:a="http://schemas.openxmlformats.org/drawingml/2006/main">
              <a:ext uri="{FF2B5EF4-FFF2-40B4-BE49-F238E27FC236}">
                <a16:creationId xmlns:a16="http://schemas.microsoft.com/office/drawing/2014/main" id="{2BED40C9-AC24-4789-BA5B-D1AC31D35C8A}"/>
              </a:ext>
            </a:extLst>
          </p:cNvPr>
          <p:cNvSpPr>
            <a:spLocks xmlns:a="http://schemas.openxmlformats.org/drawingml/2006/main" noGrp="1"/>
          </p:cNvSpPr>
          <p:nvPr>
            <p:ph type="ftr" idx="3"/>
          </p:nvPr>
        </p:nvSpPr>
        <p:spPr>
          <a:xfrm xmlns:a="http://schemas.openxmlformats.org/drawingml/2006/main">
            <a:off x="10732264" y="43376214"/>
            <a:ext cx="10934760" cy="249164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252">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846A5F-91EE-4247-897D-B3DB207D196A}"/>
              </a:ext>
            </a:extLst>
          </p:cNvPr>
          <p:cNvSpPr>
            <a:spLocks xmlns:a="http://schemas.openxmlformats.org/drawingml/2006/main" noGrp="1"/>
          </p:cNvSpPr>
          <p:nvPr>
            <p:ph type="sldNum" idx="4"/>
          </p:nvPr>
        </p:nvSpPr>
        <p:spPr>
          <a:xfrm xmlns:a="http://schemas.openxmlformats.org/drawingml/2006/main">
            <a:off x="22881997" y="43376214"/>
            <a:ext cx="7289840" cy="249164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252">
                <a:solidFill>
                  <a:schemeClr val="tx1">
                    <a:tint val="75000"/>
                  </a:schemeClr>
                </a:solidFill>
              </a:defRPr>
            </a:lvl1pPr>
          </a:lstStyle>
          <a:p xmlns:a="http://schemas.openxmlformats.org/drawingml/2006/main">
            <a:fld id="{9E107B50-42F2-442C-8A9B-03B1021A57A2}"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4d7aef222d45e4"/>
    <p:sldLayoutId xmlns:r="http://schemas.openxmlformats.org/officeDocument/2006/relationships" id="2147483650" r:id="Re57d192f4d4e407f"/>
    <p:sldLayoutId xmlns:r="http://schemas.openxmlformats.org/officeDocument/2006/relationships" id="2147483651" r:id="R65ca1911b5b8427e"/>
    <p:sldLayoutId xmlns:r="http://schemas.openxmlformats.org/officeDocument/2006/relationships" id="2147483652" r:id="R59440048dc56478e"/>
    <p:sldLayoutId xmlns:r="http://schemas.openxmlformats.org/officeDocument/2006/relationships" id="2147483653" r:id="R8d3008c803bd4ee7"/>
    <p:sldLayoutId xmlns:r="http://schemas.openxmlformats.org/officeDocument/2006/relationships" id="2147483654" r:id="Rbd2c2e508c1346bd"/>
    <p:sldLayoutId xmlns:r="http://schemas.openxmlformats.org/officeDocument/2006/relationships" id="2147483655" r:id="R496b55898261449d"/>
    <p:sldLayoutId xmlns:r="http://schemas.openxmlformats.org/officeDocument/2006/relationships" id="2147483656" r:id="R141206239fb64b1b"/>
    <p:sldLayoutId xmlns:r="http://schemas.openxmlformats.org/officeDocument/2006/relationships" id="2147483657" r:id="Re5cfde1bd27f4676"/>
    <p:sldLayoutId xmlns:r="http://schemas.openxmlformats.org/officeDocument/2006/relationships" id="2147483658" r:id="Rd4484a7e67214506"/>
    <p:sldLayoutId xmlns:r="http://schemas.openxmlformats.org/officeDocument/2006/relationships" id="2147483659" r:id="R3745ac73305f485f"/>
  </p:sldLayoutIdLst>
  <p:txStyles>
    <p:titleStyle>
      <a:lvl1pPr xmlns:a="http://schemas.openxmlformats.org/drawingml/2006/main" algn="l" defTabSz="3239902">
        <a:lnSpc>
          <a:spcPct val="90000"/>
        </a:lnSpc>
        <a:spcBef>
          <a:spcPct val="0"/>
        </a:spcBef>
        <a:buNone/>
        <a:defRPr sz="15590" kern="1200">
          <a:solidFill>
            <a:schemeClr val="tx1"/>
          </a:solidFill>
          <a:latin typeface="+mj-lt"/>
          <a:ea typeface="+mj-lt"/>
          <a:cs typeface="+mj-lt"/>
        </a:defRPr>
      </a:lvl1pPr>
    </p:titleStyle>
    <p:bodyStyle>
      <a:lvl1pPr xmlns:a="http://schemas.openxmlformats.org/drawingml/2006/main" marL="809976" indent="-809976" algn="l" defTabSz="3239902">
        <a:lnSpc>
          <a:spcPct val="90000"/>
        </a:lnSpc>
        <a:spcBef>
          <a:spcPts val="3543"/>
        </a:spcBef>
        <a:buFont typeface="Arial"/>
        <a:buChar char="•"/>
        <a:defRPr sz="9921" kern="1200">
          <a:solidFill>
            <a:schemeClr val="tx1"/>
          </a:solidFill>
          <a:latin typeface="+mn-lt"/>
          <a:ea typeface="+mn-lt"/>
          <a:cs typeface="+mn-lt"/>
        </a:defRPr>
      </a:lvl1pPr>
      <a:lvl2pPr xmlns:a="http://schemas.openxmlformats.org/drawingml/2006/main" marL="2429927" indent="-809976" algn="l" defTabSz="3239902">
        <a:lnSpc>
          <a:spcPct val="90000"/>
        </a:lnSpc>
        <a:spcBef>
          <a:spcPts val="1772"/>
        </a:spcBef>
        <a:buFont typeface="Arial"/>
        <a:buChar char="•"/>
        <a:defRPr sz="8504" kern="1200">
          <a:solidFill>
            <a:schemeClr val="tx1"/>
          </a:solidFill>
          <a:latin typeface="+mn-lt"/>
          <a:ea typeface="+mn-lt"/>
          <a:cs typeface="+mn-lt"/>
        </a:defRPr>
      </a:lvl2pPr>
      <a:lvl3pPr xmlns:a="http://schemas.openxmlformats.org/drawingml/2006/main" marL="4049878" indent="-809976" algn="l" defTabSz="3239902">
        <a:lnSpc>
          <a:spcPct val="90000"/>
        </a:lnSpc>
        <a:spcBef>
          <a:spcPts val="1772"/>
        </a:spcBef>
        <a:buFont typeface="Arial"/>
        <a:buChar char="•"/>
        <a:defRPr sz="7086" kern="1200">
          <a:solidFill>
            <a:schemeClr val="tx1"/>
          </a:solidFill>
          <a:latin typeface="+mn-lt"/>
          <a:ea typeface="+mn-lt"/>
          <a:cs typeface="+mn-lt"/>
        </a:defRPr>
      </a:lvl3pPr>
      <a:lvl4pPr xmlns:a="http://schemas.openxmlformats.org/drawingml/2006/main" marL="5669829" indent="-809976" algn="l" defTabSz="3239902">
        <a:lnSpc>
          <a:spcPct val="90000"/>
        </a:lnSpc>
        <a:spcBef>
          <a:spcPts val="1772"/>
        </a:spcBef>
        <a:buFont typeface="Arial"/>
        <a:buChar char="•"/>
        <a:defRPr sz="6378" kern="1200">
          <a:solidFill>
            <a:schemeClr val="tx1"/>
          </a:solidFill>
          <a:latin typeface="+mn-lt"/>
          <a:ea typeface="+mn-lt"/>
          <a:cs typeface="+mn-lt"/>
        </a:defRPr>
      </a:lvl4pPr>
      <a:lvl5pPr xmlns:a="http://schemas.openxmlformats.org/drawingml/2006/main" marL="7289780" indent="-809976" algn="l" defTabSz="3239902">
        <a:lnSpc>
          <a:spcPct val="90000"/>
        </a:lnSpc>
        <a:spcBef>
          <a:spcPts val="1772"/>
        </a:spcBef>
        <a:buFont typeface="Arial"/>
        <a:buChar char="•"/>
        <a:defRPr sz="6378" kern="1200">
          <a:solidFill>
            <a:schemeClr val="tx1"/>
          </a:solidFill>
          <a:latin typeface="+mn-lt"/>
          <a:ea typeface="+mn-lt"/>
          <a:cs typeface="+mn-lt"/>
        </a:defRPr>
      </a:lvl5pPr>
      <a:lvl6pPr xmlns:a="http://schemas.openxmlformats.org/drawingml/2006/main" marL="8909731" indent="-809976" algn="l" defTabSz="3239902">
        <a:lnSpc>
          <a:spcPct val="90000"/>
        </a:lnSpc>
        <a:spcBef>
          <a:spcPts val="1772"/>
        </a:spcBef>
        <a:buFont typeface="Arial"/>
        <a:buChar char="•"/>
        <a:defRPr sz="6378" kern="1200">
          <a:solidFill>
            <a:schemeClr val="tx1"/>
          </a:solidFill>
          <a:latin typeface="+mn-lt"/>
          <a:ea typeface="+mn-lt"/>
          <a:cs typeface="+mn-lt"/>
        </a:defRPr>
      </a:lvl6pPr>
      <a:lvl7pPr xmlns:a="http://schemas.openxmlformats.org/drawingml/2006/main" marL="10529682" indent="-809976" algn="l" defTabSz="3239902">
        <a:lnSpc>
          <a:spcPct val="90000"/>
        </a:lnSpc>
        <a:spcBef>
          <a:spcPts val="1772"/>
        </a:spcBef>
        <a:buFont typeface="Arial"/>
        <a:buChar char="•"/>
        <a:defRPr sz="6378" kern="1200">
          <a:solidFill>
            <a:schemeClr val="tx1"/>
          </a:solidFill>
          <a:latin typeface="+mn-lt"/>
          <a:ea typeface="+mn-lt"/>
          <a:cs typeface="+mn-lt"/>
        </a:defRPr>
      </a:lvl7pPr>
      <a:lvl8pPr xmlns:a="http://schemas.openxmlformats.org/drawingml/2006/main" marL="12149633" indent="-809976" algn="l" defTabSz="3239902">
        <a:lnSpc>
          <a:spcPct val="90000"/>
        </a:lnSpc>
        <a:spcBef>
          <a:spcPts val="1772"/>
        </a:spcBef>
        <a:buFont typeface="Arial"/>
        <a:buChar char="•"/>
        <a:defRPr sz="6378" kern="1200">
          <a:solidFill>
            <a:schemeClr val="tx1"/>
          </a:solidFill>
          <a:latin typeface="+mn-lt"/>
          <a:ea typeface="+mn-lt"/>
          <a:cs typeface="+mn-lt"/>
        </a:defRPr>
      </a:lvl8pPr>
      <a:lvl9pPr xmlns:a="http://schemas.openxmlformats.org/drawingml/2006/main" marL="13769584" indent="-809976" algn="l" defTabSz="3239902">
        <a:lnSpc>
          <a:spcPct val="90000"/>
        </a:lnSpc>
        <a:spcBef>
          <a:spcPts val="1772"/>
        </a:spcBef>
        <a:buFont typeface="Arial"/>
        <a:buChar char="•"/>
        <a:defRPr sz="6378" kern="1200">
          <a:solidFill>
            <a:schemeClr val="tx1"/>
          </a:solidFill>
          <a:latin typeface="+mn-lt"/>
          <a:ea typeface="+mn-lt"/>
          <a:cs typeface="+mn-lt"/>
        </a:defRPr>
      </a:lvl9pPr>
    </p:bodyStyle>
    <p:otherStyle>
      <a:lvl1pPr xmlns:a="http://schemas.openxmlformats.org/drawingml/2006/main" marL="0" algn="l" defTabSz="3239902">
        <a:buNone/>
        <a:defRPr sz="6378" kern="1200">
          <a:solidFill>
            <a:schemeClr val="tx1"/>
          </a:solidFill>
          <a:latin typeface="+mn-lt"/>
          <a:ea typeface="+mn-lt"/>
          <a:cs typeface="+mn-lt"/>
        </a:defRPr>
      </a:lvl1pPr>
      <a:lvl2pPr xmlns:a="http://schemas.openxmlformats.org/drawingml/2006/main" marL="1619951" algn="l" defTabSz="3239902">
        <a:buNone/>
        <a:defRPr sz="6378" kern="1200">
          <a:solidFill>
            <a:schemeClr val="tx1"/>
          </a:solidFill>
          <a:latin typeface="+mn-lt"/>
          <a:ea typeface="+mn-lt"/>
          <a:cs typeface="+mn-lt"/>
        </a:defRPr>
      </a:lvl2pPr>
      <a:lvl3pPr xmlns:a="http://schemas.openxmlformats.org/drawingml/2006/main" marL="3239902" algn="l" defTabSz="3239902">
        <a:buNone/>
        <a:defRPr sz="6378" kern="1200">
          <a:solidFill>
            <a:schemeClr val="tx1"/>
          </a:solidFill>
          <a:latin typeface="+mn-lt"/>
          <a:ea typeface="+mn-lt"/>
          <a:cs typeface="+mn-lt"/>
        </a:defRPr>
      </a:lvl3pPr>
      <a:lvl4pPr xmlns:a="http://schemas.openxmlformats.org/drawingml/2006/main" marL="4859853" algn="l" defTabSz="3239902">
        <a:buNone/>
        <a:defRPr sz="6378" kern="1200">
          <a:solidFill>
            <a:schemeClr val="tx1"/>
          </a:solidFill>
          <a:latin typeface="+mn-lt"/>
          <a:ea typeface="+mn-lt"/>
          <a:cs typeface="+mn-lt"/>
        </a:defRPr>
      </a:lvl4pPr>
      <a:lvl5pPr xmlns:a="http://schemas.openxmlformats.org/drawingml/2006/main" marL="6479804" algn="l" defTabSz="3239902">
        <a:buNone/>
        <a:defRPr sz="6378" kern="1200">
          <a:solidFill>
            <a:schemeClr val="tx1"/>
          </a:solidFill>
          <a:latin typeface="+mn-lt"/>
          <a:ea typeface="+mn-lt"/>
          <a:cs typeface="+mn-lt"/>
        </a:defRPr>
      </a:lvl5pPr>
      <a:lvl6pPr xmlns:a="http://schemas.openxmlformats.org/drawingml/2006/main" marL="8099755" algn="l" defTabSz="3239902">
        <a:buNone/>
        <a:defRPr sz="6378" kern="1200">
          <a:solidFill>
            <a:schemeClr val="tx1"/>
          </a:solidFill>
          <a:latin typeface="+mn-lt"/>
          <a:ea typeface="+mn-lt"/>
          <a:cs typeface="+mn-lt"/>
        </a:defRPr>
      </a:lvl6pPr>
      <a:lvl7pPr xmlns:a="http://schemas.openxmlformats.org/drawingml/2006/main" marL="9719706" algn="l" defTabSz="3239902">
        <a:buNone/>
        <a:defRPr sz="6378" kern="1200">
          <a:solidFill>
            <a:schemeClr val="tx1"/>
          </a:solidFill>
          <a:latin typeface="+mn-lt"/>
          <a:ea typeface="+mn-lt"/>
          <a:cs typeface="+mn-lt"/>
        </a:defRPr>
      </a:lvl7pPr>
      <a:lvl8pPr xmlns:a="http://schemas.openxmlformats.org/drawingml/2006/main" marL="11339657" algn="l" defTabSz="3239902">
        <a:buNone/>
        <a:defRPr sz="6378" kern="1200">
          <a:solidFill>
            <a:schemeClr val="tx1"/>
          </a:solidFill>
          <a:latin typeface="+mn-lt"/>
          <a:ea typeface="+mn-lt"/>
          <a:cs typeface="+mn-lt"/>
        </a:defRPr>
      </a:lvl8pPr>
      <a:lvl9pPr xmlns:a="http://schemas.openxmlformats.org/drawingml/2006/main" marL="12959608" algn="l" defTabSz="3239902">
        <a:buNone/>
        <a:defRPr sz="6378"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1b2e60a649f44a2" /><Relationship Type="http://schemas.openxmlformats.org/officeDocument/2006/relationships/image" Target="/ppt/media/image.png" Id="Rd5034e59924f473b" /><Relationship Type="http://schemas.openxmlformats.org/officeDocument/2006/relationships/image" Target="/ppt/media/image2.png" Id="Rfa2bd0927f5d4e35" /><Relationship Type="http://schemas.openxmlformats.org/officeDocument/2006/relationships/image" Target="/ppt/media/image3.png" Id="R4c4d16c166c944dc" /><Relationship Type="http://schemas.openxmlformats.org/officeDocument/2006/relationships/image" Target="/ppt/media/image4.png" Id="R3426bb0a1f864311" /><Relationship Type="http://schemas.openxmlformats.org/officeDocument/2006/relationships/image" Target="/ppt/media/image5.png" Id="Rceeab1282c6343c1" /><Relationship Type="http://schemas.openxmlformats.org/officeDocument/2006/relationships/image" Target="/ppt/media/image6.png" Id="R816c948c59b9436d" /><Relationship Type="http://schemas.openxmlformats.org/officeDocument/2006/relationships/image" Target="/ppt/media/image7.png" Id="R7d8574c646744351" /><Relationship Type="http://schemas.openxmlformats.org/officeDocument/2006/relationships/image" Target="/ppt/media/image8.png" Id="Re8c12eef09a74b87" /><Relationship Type="http://schemas.openxmlformats.org/officeDocument/2006/relationships/image" Target="/ppt/media/image9.png" Id="Re551a059bfeb49d3" /><Relationship Type="http://schemas.openxmlformats.org/officeDocument/2006/relationships/image" Target="/ppt/media/image10.png" Id="Rafc1e12dc5864acf" /><Relationship Type="http://schemas.openxmlformats.org/officeDocument/2006/relationships/notesSlide" Target="/ppt/notesSlides/notesSlide1.xml" Id="R39b1b3847119495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3" name="Rectángulo 32">
            <a:extLst xmlns:a="http://schemas.openxmlformats.org/drawingml/2006/main">
              <a:ext uri="{FF2B5EF4-FFF2-40B4-BE49-F238E27FC236}">
                <a16:creationId xmlns:a16="http://schemas.microsoft.com/office/drawing/2014/main" id="{A422E3A7-1767-D4B3-844B-B6FF22A04F7A}"/>
              </a:ext>
            </a:extLst>
          </p:cNvPr>
          <p:cNvSpPr>
            <a:spLocks xmlns:a="http://schemas.openxmlformats.org/drawingml/2006/main" noGrp="1"/>
          </p:cNvSpPr>
          <p:nvPr/>
        </p:nvSpPr>
        <p:spPr>
          <a:xfrm xmlns:a="http://schemas.openxmlformats.org/drawingml/2006/main">
            <a:off x="0" y="-223732"/>
            <a:ext cx="32399288" cy="5277809"/>
          </a:xfrm>
          <a:prstGeom xmlns:a="http://schemas.openxmlformats.org/drawingml/2006/main" prst="rect">
            <a:avLst/>
          </a:prstGeom>
          <a:solidFill xmlns:a="http://schemas.openxmlformats.org/drawingml/2006/main">
            <a:schemeClr val="accent1">
              <a:lumMod val="60000"/>
              <a:lumOff val="40000"/>
            </a:schemeClr>
          </a:solidFill>
          <a:ln xmlns:a="http://schemas.openxmlformats.org/drawingml/2006/main">
            <a:solidFill>
              <a:schemeClr val="accent5">
                <a:lumMod val="20000"/>
                <a:lumOff val="8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3A9CE18A-15C1-D8DD-8A76-84C6D1781719}"/>
              </a:ext>
            </a:extLst>
          </p:cNvPr>
          <p:cNvSpPr>
            <a:spLocks xmlns:a="http://schemas.openxmlformats.org/drawingml/2006/main" noGrp="1"/>
          </p:cNvSpPr>
          <p:nvPr>
            <p:ph type="ctrTitle" idx="4294967295"/>
          </p:nvPr>
        </p:nvSpPr>
        <p:spPr>
          <a:xfrm xmlns:a="http://schemas.openxmlformats.org/drawingml/2006/main">
            <a:off x="151606" y="294647"/>
            <a:ext cx="32247682" cy="4830762"/>
          </a:xfrm>
        </p:spPr>
        <p:txBody>
          <a:bodyPr xmlns:a="http://schemas.openxmlformats.org/drawingml/2006/main">
            <a:normAutofit fontScale="90000"/>
          </a:bodyPr>
          <a:lstStyle xmlns:a="http://schemas.openxmlformats.org/drawingml/2006/main"/>
          <a:p xmlns:a="http://schemas.openxmlformats.org/drawingml/2006/main">
            <a:pPr algn="ctr">
              <a:buNone/>
            </a:pPr>
            <a:r>
              <a:rPr sz="5600" b="1">
                <a:latin typeface="Arial"/>
                <a:ea typeface="Arial"/>
                <a:cs typeface="Arial"/>
              </a:rPr>
              <a:t>GENERACIÓN DE SONIDO MEDIANTE EFECTO TERMOACÚSTICO </a:t>
            </a:r>
            <a:br/>
            <a:r>
              <a:rPr sz="5600" b="1">
                <a:latin typeface="Arial"/>
                <a:ea typeface="Arial"/>
                <a:cs typeface="Arial"/>
              </a:rPr>
              <a:t>EMPLEANDO ÓXIDO DE GRAFENO.</a:t>
            </a:r>
            <a:br/>
            <a:br/>
            <a:r>
              <a:rPr sz="4000" b="1">
                <a:latin typeface="Arial"/>
                <a:ea typeface="Arial"/>
                <a:cs typeface="Arial"/>
              </a:rPr>
              <a:t>Hernández Estrada Roberto, Feria Rodríguez Yuritzi </a:t>
            </a:r>
            <a:r>
              <a:rPr sz="4000" b="1">
                <a:latin typeface="Arial"/>
                <a:ea typeface="Arial"/>
                <a:cs typeface="Arial"/>
              </a:rPr>
              <a:t>Azarel</a:t>
            </a:r>
            <a:r>
              <a:rPr sz="4000" b="1">
                <a:latin typeface="Arial"/>
                <a:ea typeface="Arial"/>
                <a:cs typeface="Arial"/>
              </a:rPr>
              <a:t>, </a:t>
            </a:r>
            <a:r>
              <a:rPr sz="4000" b="1">
                <a:solidFill>
                  <a:srgbClr val="000000"/>
                </a:solidFill>
                <a:latin typeface="Arial"/>
                <a:ea typeface="Arial"/>
                <a:cs typeface="Arial"/>
              </a:rPr>
              <a:t>Ramón Frías Abraham, </a:t>
            </a:r>
            <a:br/>
            <a:r>
              <a:rPr sz="4000" b="1">
                <a:solidFill>
                  <a:srgbClr val="000000"/>
                </a:solidFill>
                <a:latin typeface="Arial"/>
                <a:ea typeface="Arial"/>
                <a:cs typeface="Arial"/>
              </a:rPr>
              <a:t>Hernández García Kevin, R. Falconi y J.L. Benítez.</a:t>
            </a:r>
            <a:br/>
            <a:r>
              <a:rPr sz="4000">
                <a:latin typeface="Arial"/>
                <a:ea typeface="Arial"/>
                <a:cs typeface="Arial"/>
              </a:rPr>
              <a:t>División Académica de Ciencias Básicas, Universidad Juárez Autónoma de Tabasco, </a:t>
            </a:r>
            <a:br/>
            <a:r>
              <a:rPr sz="4000">
                <a:latin typeface="Arial"/>
                <a:ea typeface="Arial"/>
                <a:cs typeface="Arial"/>
              </a:rPr>
              <a:t>Km 1 Ctra. Cunduacán-Jalpa, Apartado Postal 24, 86690 Cunduacán, Tabasco, México</a:t>
            </a:r>
            <a:br/>
            <a:r>
              <a:rPr sz="3600">
                <a:latin typeface="Arial"/>
                <a:ea typeface="Arial"/>
                <a:cs typeface="Arial"/>
              </a:rPr>
              <a:t>robehdzestrada@gmail.com</a:t>
            </a:r>
          </a:p>
        </p:txBody>
      </p:sp>
      <p:pic>
        <p:nvPicPr>
          <p:cNvPr id="60" name="Imagen 4"/>
          <p:cNvPicPr>
            <a:picLocks xmlns:a="http://schemas.openxmlformats.org/drawingml/2006/main" noChangeAspect="1"/>
          </p:cNvPicPr>
          <p:nvPr/>
        </p:nvPicPr>
        <p:blipFill>
          <a:blip xmlns:r="http://schemas.openxmlformats.org/officeDocument/2006/relationships" xmlns:a="http://schemas.openxmlformats.org/drawingml/2006/main" r:embed="Rd5034e59924f473b"/>
          <a:stretch xmlns:a="http://schemas.openxmlformats.org/drawingml/2006/main">
            <a:fillRect l="0" t="0" r="0" b="0"/>
          </a:stretch>
        </p:blipFill>
        <p:spPr>
          <a:xfrm xmlns:a="http://schemas.openxmlformats.org/drawingml/2006/main">
            <a:off x="28122434" y="280106"/>
            <a:ext cx="3324835" cy="4270131"/>
          </a:xfrm>
          <a:prstGeom xmlns:a="http://schemas.openxmlformats.org/drawingml/2006/main" prst="rect">
            <a:avLst/>
          </a:prstGeom>
        </p:spPr>
      </p:pic>
      <p:pic>
        <p:nvPicPr>
          <p:cNvPr id="61" name="Imagen 10"/>
          <p:cNvPicPr>
            <a:picLocks xmlns:a="http://schemas.openxmlformats.org/drawingml/2006/main" noChangeAspect="1"/>
          </p:cNvPicPr>
          <p:nvPr/>
        </p:nvPicPr>
        <p:blipFill rotWithShape="1">
          <a:blip xmlns:r="http://schemas.openxmlformats.org/officeDocument/2006/relationships" xmlns:a="http://schemas.openxmlformats.org/drawingml/2006/main" r:embed="Rfa2bd0927f5d4e35"/>
          <a:srcRect xmlns:a="http://schemas.openxmlformats.org/drawingml/2006/main" l="27243" t="0" r="25987" b="37906"/>
          <a:stretch xmlns:a="http://schemas.openxmlformats.org/drawingml/2006/main"/>
        </p:blipFill>
        <p:spPr>
          <a:xfrm xmlns:a="http://schemas.openxmlformats.org/drawingml/2006/main">
            <a:off x="801756" y="591290"/>
            <a:ext cx="2855844" cy="3774783"/>
          </a:xfrm>
          <a:prstGeom xmlns:a="http://schemas.openxmlformats.org/drawingml/2006/main" prst="rect">
            <a:avLst/>
          </a:prstGeom>
        </p:spPr>
      </p:pic>
      <p:sp>
        <p:nvSpPr>
          <p:cNvPr id="46" name="Rectángulo 45">
            <a:extLst xmlns:a="http://schemas.openxmlformats.org/drawingml/2006/main">
              <a:ext uri="{FF2B5EF4-FFF2-40B4-BE49-F238E27FC236}">
                <a16:creationId xmlns:a16="http://schemas.microsoft.com/office/drawing/2014/main" id="{892B14FF-9930-BF36-FC1F-8BD9159D9782}"/>
              </a:ext>
            </a:extLst>
          </p:cNvPr>
          <p:cNvSpPr>
            <a:spLocks xmlns:a="http://schemas.openxmlformats.org/drawingml/2006/main" noGrp="1"/>
          </p:cNvSpPr>
          <p:nvPr/>
        </p:nvSpPr>
        <p:spPr>
          <a:xfrm xmlns:a="http://schemas.openxmlformats.org/drawingml/2006/main">
            <a:off x="0" y="4911756"/>
            <a:ext cx="32399288" cy="581992"/>
          </a:xfrm>
          <a:prstGeom xmlns:a="http://schemas.openxmlformats.org/drawingml/2006/main" prst="rect">
            <a:avLst/>
          </a:prstGeom>
          <a:solidFill xmlns:a="http://schemas.openxmlformats.org/drawingml/2006/main">
            <a:schemeClr val="accent1">
              <a:lumMod val="5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CuadroTexto 46">
            <a:extLst xmlns:a="http://schemas.openxmlformats.org/drawingml/2006/main">
              <a:ext uri="{FF2B5EF4-FFF2-40B4-BE49-F238E27FC236}">
                <a16:creationId xmlns:a16="http://schemas.microsoft.com/office/drawing/2014/main" id="{873F68A6-0A1E-48C9-3F15-78C7CE186FDD}"/>
              </a:ext>
            </a:extLst>
          </p:cNvPr>
          <p:cNvSpPr>
            <a:spLocks xmlns:a="http://schemas.openxmlformats.org/drawingml/2006/main" noGrp="1"/>
          </p:cNvSpPr>
          <p:nvPr/>
        </p:nvSpPr>
        <p:spPr>
          <a:xfrm xmlns:a="http://schemas.openxmlformats.org/drawingml/2006/main">
            <a:off x="22142633" y="35021256"/>
            <a:ext cx="9304636" cy="5786199"/>
          </a:xfrm>
          <a:prstGeom xmlns:a="http://schemas.openxmlformats.org/drawingml/2006/main" prst="rect">
            <a:avLst/>
          </a:prstGeom>
          <a:solidFill xmlns:a="http://schemas.openxmlformats.org/drawingml/2006/main">
            <a:schemeClr val="accent1">
              <a:lumMod val="75000"/>
            </a:schemeClr>
          </a:solidFill>
          <a:ln xmlns:a="http://schemas.openxmlformats.org/drawingml/2006/main">
            <a:solidFill>
              <a:schemeClr val="accent6">
                <a:lumMod val="20000"/>
                <a:lumOff val="80000"/>
              </a:schemeClr>
            </a:solidFill>
          </a:l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chemeClr val="bg1"/>
                </a:solidFill>
                <a:latin typeface="Arial"/>
                <a:ea typeface="Arial"/>
                <a:cs typeface="Arial"/>
              </a:rPr>
              <a:t>5. CONCLUSIONES.</a:t>
            </a:r>
          </a:p>
          <a:p xmlns:a="http://schemas.openxmlformats.org/drawingml/2006/main">
            <a:pPr algn="just">
              <a:buNone/>
            </a:pPr>
            <a:endParaRPr sz="3200" b="1">
              <a:solidFill>
                <a:schemeClr val="bg1"/>
              </a:solidFill>
              <a:latin typeface="Arial"/>
              <a:ea typeface="Arial"/>
              <a:cs typeface="Arial"/>
            </a:endParaRPr>
          </a:p>
          <a:p xmlns:a="http://schemas.openxmlformats.org/drawingml/2006/main">
            <a:pPr algn="just">
              <a:buNone/>
            </a:pPr>
            <a:r>
              <a:rPr sz="3400">
                <a:solidFill>
                  <a:schemeClr val="bg1"/>
                </a:solidFill>
                <a:latin typeface="Arial"/>
                <a:ea typeface="Arial"/>
                <a:cs typeface="Arial"/>
              </a:rPr>
              <a:t>Se pudo observar como el efecto termoacústico actuó en la bocina empleada de óxido de grafeno, ya que si se aplicaba una frecuencia de la corriente alterna se obtenía una frecuencia acústica de aproximadamente el doble. </a:t>
            </a:r>
          </a:p>
          <a:p xmlns:a="http://schemas.openxmlformats.org/drawingml/2006/main">
            <a:pPr algn="just">
              <a:buNone/>
            </a:pPr>
            <a:r>
              <a:rPr sz="3400">
                <a:solidFill>
                  <a:schemeClr val="bg1"/>
                </a:solidFill>
                <a:latin typeface="Arial"/>
                <a:ea typeface="Arial"/>
                <a:cs typeface="Arial"/>
              </a:rPr>
              <a:t>L</a:t>
            </a:r>
            <a:r>
              <a:rPr sz="3400" i="0">
                <a:solidFill>
                  <a:schemeClr val="bg1"/>
                </a:solidFill>
                <a:latin typeface="Arial"/>
                <a:ea typeface="Arial"/>
                <a:cs typeface="Arial"/>
              </a:rPr>
              <a:t>as ondas termoacústicas tienen una amplia gama de aplicaciones en diversos campos de la ciencia y la tecnología.</a:t>
            </a:r>
            <a:endParaRPr sz="3400">
              <a:solidFill>
                <a:schemeClr val="bg1"/>
              </a:solidFill>
              <a:latin typeface="Arial"/>
              <a:ea typeface="Arial"/>
              <a:cs typeface="Arial"/>
            </a:endParaRPr>
          </a:p>
        </p:txBody>
      </p:sp>
      <p:sp>
        <p:nvSpPr>
          <p:cNvPr id="14" name="AutoShape 2">
            <a:extLst xmlns:a="http://schemas.openxmlformats.org/drawingml/2006/main">
              <a:ext uri="{FF2B5EF4-FFF2-40B4-BE49-F238E27FC236}">
                <a16:creationId xmlns:a16="http://schemas.microsoft.com/office/drawing/2014/main" id="{BAF848EE-9FA9-475F-D7D6-E7C59CE42076}"/>
              </a:ext>
            </a:extLst>
          </p:cNvPr>
          <p:cNvSpPr>
            <a:spLocks xmlns:a="http://schemas.openxmlformats.org/drawingml/2006/main" noGrp="1"/>
          </p:cNvSpPr>
          <p:nvPr/>
        </p:nvSpPr>
        <p:spPr>
          <a:xfrm xmlns:a="http://schemas.openxmlformats.org/drawingml/2006/main">
            <a:off x="16046450" y="23246556"/>
            <a:ext cx="304800" cy="304800"/>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5" name="AutoShape 4">
            <a:extLst xmlns:a="http://schemas.openxmlformats.org/drawingml/2006/main">
              <a:ext uri="{FF2B5EF4-FFF2-40B4-BE49-F238E27FC236}">
                <a16:creationId xmlns:a16="http://schemas.microsoft.com/office/drawing/2014/main" id="{651A537B-9BF8-507F-10FD-849E59C2D3B3}"/>
              </a:ext>
            </a:extLst>
          </p:cNvPr>
          <p:cNvSpPr>
            <a:spLocks xmlns:a="http://schemas.openxmlformats.org/drawingml/2006/main" noGrp="1"/>
          </p:cNvSpPr>
          <p:nvPr/>
        </p:nvSpPr>
        <p:spPr>
          <a:xfrm xmlns:a="http://schemas.openxmlformats.org/drawingml/2006/main">
            <a:off x="16198850" y="23398956"/>
            <a:ext cx="304800" cy="304800"/>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2" name="CuadroTexto 21">
            <a:extLst xmlns:a="http://schemas.openxmlformats.org/drawingml/2006/main">
              <a:ext uri="{FF2B5EF4-FFF2-40B4-BE49-F238E27FC236}">
                <a16:creationId xmlns:a16="http://schemas.microsoft.com/office/drawing/2014/main" id="{57B01137-9338-D708-A712-9371BAAEDAF1}"/>
              </a:ext>
            </a:extLst>
          </p:cNvPr>
          <p:cNvSpPr>
            <a:spLocks xmlns:a="http://schemas.openxmlformats.org/drawingml/2006/main" noGrp="1"/>
          </p:cNvSpPr>
          <p:nvPr/>
        </p:nvSpPr>
        <p:spPr>
          <a:xfrm xmlns:a="http://schemas.openxmlformats.org/drawingml/2006/main">
            <a:off x="694086" y="44253211"/>
            <a:ext cx="30392967" cy="206210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200" b="1">
                <a:latin typeface="Arial"/>
                <a:ea typeface="Arial"/>
                <a:cs typeface="Arial"/>
              </a:rPr>
              <a:t>7. FUENTES CITADAS.</a:t>
            </a:r>
          </a:p>
          <a:p xmlns:a="http://schemas.openxmlformats.org/drawingml/2006/main">
            <a:pPr algn="just">
              <a:buNone/>
            </a:pPr>
            <a:r>
              <a:rPr sz="3200">
                <a:latin typeface="Arial"/>
                <a:ea typeface="Arial"/>
                <a:cs typeface="Arial"/>
              </a:rPr>
              <a:t>[1] </a:t>
            </a:r>
            <a:r>
              <a:rPr sz="3200">
                <a:latin typeface="Arial"/>
                <a:ea typeface="Arial"/>
                <a:cs typeface="Arial"/>
              </a:rPr>
              <a:t>Huelsz</a:t>
            </a:r>
            <a:r>
              <a:rPr sz="3200">
                <a:latin typeface="Arial"/>
                <a:ea typeface="Arial"/>
                <a:cs typeface="Arial"/>
              </a:rPr>
              <a:t>, G. (s/f). </a:t>
            </a:r>
            <a:r>
              <a:rPr sz="3200" i="1">
                <a:latin typeface="Arial"/>
                <a:ea typeface="Arial"/>
                <a:cs typeface="Arial"/>
              </a:rPr>
              <a:t>Efecto termoacústico y sus aplicaciones</a:t>
            </a:r>
            <a:r>
              <a:rPr sz="3200">
                <a:latin typeface="Arial"/>
                <a:ea typeface="Arial"/>
                <a:cs typeface="Arial"/>
              </a:rPr>
              <a:t>. Unam.mx. </a:t>
            </a:r>
          </a:p>
          <a:p xmlns:a="http://schemas.openxmlformats.org/drawingml/2006/main">
            <a:r>
              <a:rPr sz="3200">
                <a:latin typeface="Arial"/>
                <a:ea typeface="Arial"/>
                <a:cs typeface="Arial"/>
              </a:rPr>
              <a:t>[2] Arnold, H. D., &amp; Crandall., I. B. (1917). The thermophone as a precision source of sound. </a:t>
            </a:r>
            <a:r>
              <a:rPr sz="3200" i="1">
                <a:latin typeface="Arial"/>
                <a:ea typeface="Arial"/>
                <a:cs typeface="Arial"/>
              </a:rPr>
              <a:t>The Physical Review</a:t>
            </a:r>
            <a:r>
              <a:rPr sz="3200">
                <a:latin typeface="Arial"/>
                <a:ea typeface="Arial"/>
                <a:cs typeface="Arial"/>
              </a:rPr>
              <a:t>, </a:t>
            </a:r>
            <a:r>
              <a:rPr sz="3200" i="1">
                <a:latin typeface="Arial"/>
                <a:ea typeface="Arial"/>
                <a:cs typeface="Arial"/>
              </a:rPr>
              <a:t>10</a:t>
            </a:r>
            <a:r>
              <a:rPr sz="3200">
                <a:latin typeface="Arial"/>
                <a:ea typeface="Arial"/>
                <a:cs typeface="Arial"/>
              </a:rPr>
              <a:t>(1), 22–38. </a:t>
            </a:r>
          </a:p>
          <a:p xmlns:a="http://schemas.openxmlformats.org/drawingml/2006/main">
            <a:r>
              <a:rPr sz="3200">
                <a:latin typeface="Arial"/>
                <a:ea typeface="Arial"/>
                <a:cs typeface="Arial"/>
              </a:rPr>
              <a:t>[3] H. </a:t>
            </a:r>
            <a:r>
              <a:rPr sz="3200">
                <a:latin typeface="Arial"/>
                <a:ea typeface="Arial"/>
                <a:cs typeface="Arial"/>
              </a:rPr>
              <a:t>Tian</a:t>
            </a:r>
            <a:r>
              <a:rPr sz="3200">
                <a:latin typeface="Arial"/>
                <a:ea typeface="Arial"/>
                <a:cs typeface="Arial"/>
              </a:rPr>
              <a:t>, T.L. Ren, D. </a:t>
            </a:r>
            <a:r>
              <a:rPr sz="3200">
                <a:latin typeface="Arial"/>
                <a:ea typeface="Arial"/>
                <a:cs typeface="Arial"/>
              </a:rPr>
              <a:t>Xie</a:t>
            </a:r>
            <a:r>
              <a:rPr sz="3200">
                <a:latin typeface="Arial"/>
                <a:ea typeface="Arial"/>
                <a:cs typeface="Arial"/>
              </a:rPr>
              <a:t>, Y.F. Wang, C.J. Zhou, T.T. Feng, D. Fu, Y. Yang, P.G. </a:t>
            </a:r>
            <a:r>
              <a:rPr sz="3200">
                <a:latin typeface="Arial"/>
                <a:ea typeface="Arial"/>
                <a:cs typeface="Arial"/>
              </a:rPr>
              <a:t>Peng</a:t>
            </a:r>
            <a:r>
              <a:rPr sz="3200">
                <a:latin typeface="Arial"/>
                <a:ea typeface="Arial"/>
                <a:cs typeface="Arial"/>
              </a:rPr>
              <a:t>, L.G. Wang, Graphene-</a:t>
            </a:r>
            <a:r>
              <a:rPr sz="3200">
                <a:latin typeface="Arial"/>
                <a:ea typeface="Arial"/>
                <a:cs typeface="Arial"/>
              </a:rPr>
              <a:t>on</a:t>
            </a:r>
            <a:r>
              <a:rPr sz="3200">
                <a:latin typeface="Arial"/>
                <a:ea typeface="Arial"/>
                <a:cs typeface="Arial"/>
              </a:rPr>
              <a:t>-</a:t>
            </a:r>
            <a:r>
              <a:rPr sz="3200">
                <a:latin typeface="Arial"/>
                <a:ea typeface="Arial"/>
                <a:cs typeface="Arial"/>
              </a:rPr>
              <a:t>paper</a:t>
            </a:r>
            <a:r>
              <a:rPr sz="3200">
                <a:latin typeface="Arial"/>
                <a:ea typeface="Arial"/>
                <a:cs typeface="Arial"/>
              </a:rPr>
              <a:t> </a:t>
            </a:r>
            <a:r>
              <a:rPr sz="3200">
                <a:latin typeface="Arial"/>
                <a:ea typeface="Arial"/>
                <a:cs typeface="Arial"/>
              </a:rPr>
              <a:t>sound</a:t>
            </a:r>
            <a:r>
              <a:rPr sz="3200">
                <a:latin typeface="Arial"/>
                <a:ea typeface="Arial"/>
                <a:cs typeface="Arial"/>
              </a:rPr>
              <a:t> </a:t>
            </a:r>
            <a:r>
              <a:rPr sz="3200">
                <a:latin typeface="Arial"/>
                <a:ea typeface="Arial"/>
                <a:cs typeface="Arial"/>
              </a:rPr>
              <a:t>source</a:t>
            </a:r>
            <a:r>
              <a:rPr sz="3200">
                <a:latin typeface="Arial"/>
                <a:ea typeface="Arial"/>
                <a:cs typeface="Arial"/>
              </a:rPr>
              <a:t> </a:t>
            </a:r>
            <a:r>
              <a:rPr sz="3200">
                <a:latin typeface="Arial"/>
                <a:ea typeface="Arial"/>
                <a:cs typeface="Arial"/>
              </a:rPr>
              <a:t>devices</a:t>
            </a:r>
            <a:r>
              <a:rPr sz="3200">
                <a:latin typeface="Arial"/>
                <a:ea typeface="Arial"/>
                <a:cs typeface="Arial"/>
              </a:rPr>
              <a:t>, ACS Nano 5 (2011)</a:t>
            </a:r>
            <a:endParaRPr sz="3200" b="1">
              <a:latin typeface="Arial"/>
              <a:ea typeface="Arial"/>
              <a:cs typeface="Arial"/>
            </a:endParaRPr>
          </a:p>
        </p:txBody>
      </p:sp>
      <p:sp>
        <p:nvSpPr>
          <p:cNvPr id="7" name="CuadroTexto 6">
            <a:extLst xmlns:a="http://schemas.openxmlformats.org/drawingml/2006/main">
              <a:ext uri="{FF2B5EF4-FFF2-40B4-BE49-F238E27FC236}">
                <a16:creationId xmlns:a16="http://schemas.microsoft.com/office/drawing/2014/main" id="{039E41CE-2B9A-EB31-C82A-02B5B5DD60BF}"/>
              </a:ext>
            </a:extLst>
          </p:cNvPr>
          <p:cNvSpPr>
            <a:spLocks xmlns:a="http://schemas.openxmlformats.org/drawingml/2006/main" noGrp="1"/>
          </p:cNvSpPr>
          <p:nvPr/>
        </p:nvSpPr>
        <p:spPr>
          <a:xfrm xmlns:a="http://schemas.openxmlformats.org/drawingml/2006/main">
            <a:off x="801756" y="13727505"/>
            <a:ext cx="9547221" cy="228780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800"/>
              </a:spcAft>
              <a:buNone/>
            </a:pPr>
            <a:r>
              <a:rPr sz="3400" b="1">
                <a:latin typeface="Arial"/>
                <a:ea typeface="Arial"/>
                <a:cs typeface="Arial"/>
              </a:rPr>
              <a:t>2. OBJETIVO.</a:t>
            </a:r>
          </a:p>
          <a:p xmlns:a="http://schemas.openxmlformats.org/drawingml/2006/main">
            <a:pPr algn="just">
              <a:spcAft>
                <a:spcPts val="800"/>
              </a:spcAft>
              <a:buNone/>
            </a:pPr>
            <a:r>
              <a:rPr sz="3400">
                <a:latin typeface="Arial"/>
                <a:ea typeface="Arial"/>
                <a:cs typeface="Arial"/>
              </a:rPr>
              <a:t>Explorar y demostrar el potencial del efecto termoacústico del óxido de grafeno para la generación de sonido.</a:t>
            </a:r>
          </a:p>
        </p:txBody>
      </p:sp>
      <p:sp>
        <p:nvSpPr>
          <p:cNvPr id="4" name="CuadroTexto 3">
            <a:extLst xmlns:a="http://schemas.openxmlformats.org/drawingml/2006/main">
              <a:ext uri="{FF2B5EF4-FFF2-40B4-BE49-F238E27FC236}">
                <a16:creationId xmlns:a16="http://schemas.microsoft.com/office/drawing/2014/main" id="{C663530F-9B89-3E78-7D39-A42DCBAF6EC2}"/>
              </a:ext>
            </a:extLst>
          </p:cNvPr>
          <p:cNvSpPr>
            <a:spLocks xmlns:a="http://schemas.openxmlformats.org/drawingml/2006/main" noGrp="1"/>
          </p:cNvSpPr>
          <p:nvPr/>
        </p:nvSpPr>
        <p:spPr>
          <a:xfrm xmlns:a="http://schemas.openxmlformats.org/drawingml/2006/main">
            <a:off x="22171005" y="14270705"/>
            <a:ext cx="9454899" cy="206645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07000"/>
              </a:lnSpc>
              <a:spcAft>
                <a:spcPts val="800"/>
              </a:spcAft>
              <a:buNone/>
            </a:pPr>
            <a:r>
              <a:rPr sz="3400" b="1">
                <a:latin typeface="Arial"/>
                <a:ea typeface="Arial"/>
                <a:cs typeface="Arial"/>
              </a:rPr>
              <a:t>4. RESULTADOS.</a:t>
            </a:r>
          </a:p>
          <a:p xmlns:a="http://schemas.openxmlformats.org/drawingml/2006/main">
            <a:pPr algn="ctr">
              <a:lnSpc>
                <a:spcPct val="107000"/>
              </a:lnSpc>
              <a:spcAft>
                <a:spcPts val="800"/>
              </a:spcAft>
              <a:buNone/>
            </a:pPr>
            <a:endParaRPr sz="3400" b="1">
              <a:latin typeface="Arial"/>
              <a:ea typeface="Arial"/>
              <a:cs typeface="Arial"/>
            </a:endParaRPr>
          </a:p>
          <a:p xmlns:a="http://schemas.openxmlformats.org/drawingml/2006/main">
            <a:pPr algn="just">
              <a:lnSpc>
                <a:spcPct val="107000"/>
              </a:lnSpc>
              <a:spcAft>
                <a:spcPts val="800"/>
              </a:spcAft>
              <a:buNone/>
            </a:pPr>
            <a:r>
              <a:rPr sz="3400">
                <a:latin typeface="Arial"/>
                <a:ea typeface="Arial"/>
                <a:cs typeface="Arial"/>
              </a:rPr>
              <a:t>En esta gráfica se muestra los resultados obtenidos de los diferentes resultados obtenidos de la bocina termoacústica empleando el óxido de grafeno [figura 7 y 8].</a:t>
            </a: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endParaRPr sz="3400">
              <a:latin typeface="Arial"/>
              <a:ea typeface="Arial"/>
              <a:cs typeface="Arial"/>
            </a:endParaRPr>
          </a:p>
          <a:p xmlns:a="http://schemas.openxmlformats.org/drawingml/2006/main">
            <a:pPr algn="just">
              <a:lnSpc>
                <a:spcPct val="107000"/>
              </a:lnSpc>
              <a:spcAft>
                <a:spcPts val="800"/>
              </a:spcAft>
              <a:buNone/>
            </a:pPr>
            <a:r>
              <a:rPr sz="2400" b="1">
                <a:latin typeface="Arial"/>
                <a:ea typeface="Arial"/>
                <a:cs typeface="Arial"/>
              </a:rPr>
              <a:t>FIGURA 7. SEÑALES DE SONIDO MEDIDO MEDIANTE UN ELECTRETE.</a:t>
            </a: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endParaRPr sz="2400" b="1">
              <a:latin typeface="Arial"/>
              <a:ea typeface="Arial"/>
              <a:cs typeface="Arial"/>
            </a:endParaRPr>
          </a:p>
          <a:p xmlns:a="http://schemas.openxmlformats.org/drawingml/2006/main">
            <a:pPr algn="just">
              <a:lnSpc>
                <a:spcPct val="107000"/>
              </a:lnSpc>
              <a:spcAft>
                <a:spcPts val="800"/>
              </a:spcAft>
              <a:buNone/>
            </a:pPr>
            <a:r>
              <a:rPr sz="2400" b="1">
                <a:latin typeface="Arial"/>
                <a:ea typeface="Arial"/>
                <a:cs typeface="Arial"/>
              </a:rPr>
              <a:t>FIGURA 8. GRÁFICA DE LA FRECUENCIA DEL EFECTO TERMOACÚSTICO.</a:t>
            </a:r>
            <a:endParaRPr sz="3400" b="1">
              <a:latin typeface="Arial"/>
              <a:ea typeface="Arial"/>
              <a:cs typeface="Arial"/>
            </a:endParaRPr>
          </a:p>
        </p:txBody>
      </p:sp>
      <p:sp>
        <p:nvSpPr>
          <p:cNvPr id="8" name="CuadroTexto 7">
            <a:extLst xmlns:a="http://schemas.openxmlformats.org/drawingml/2006/main">
              <a:ext uri="{FF2B5EF4-FFF2-40B4-BE49-F238E27FC236}">
                <a16:creationId xmlns:a16="http://schemas.microsoft.com/office/drawing/2014/main" id="{29C69117-B6EA-8074-3F79-D230F177C65B}"/>
              </a:ext>
            </a:extLst>
          </p:cNvPr>
          <p:cNvSpPr>
            <a:spLocks xmlns:a="http://schemas.openxmlformats.org/drawingml/2006/main" noGrp="1"/>
          </p:cNvSpPr>
          <p:nvPr/>
        </p:nvSpPr>
        <p:spPr>
          <a:xfrm xmlns:a="http://schemas.openxmlformats.org/drawingml/2006/main">
            <a:off x="711392" y="6039431"/>
            <a:ext cx="9637585" cy="7355860"/>
          </a:xfrm>
          <a:prstGeom xmlns:a="http://schemas.openxmlformats.org/drawingml/2006/main" prst="rect">
            <a:avLst/>
          </a:prstGeom>
          <a:solidFill xmlns:a="http://schemas.openxmlformats.org/drawingml/2006/main">
            <a:schemeClr val="accent1">
              <a:lumMod val="75000"/>
            </a:schemeClr>
          </a:solidFill>
          <a:ln xmlns:a="http://schemas.openxmlformats.org/drawingml/2006/main">
            <a:solidFill>
              <a:schemeClr val="bg1"/>
            </a:solid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514350" indent="-514350" algn="ctr">
              <a:buAutoNum type="arabicPeriod"/>
            </a:pPr>
            <a:r>
              <a:rPr sz="3200" b="1">
                <a:solidFill>
                  <a:schemeClr val="bg1"/>
                </a:solidFill>
                <a:latin typeface="Arial"/>
                <a:ea typeface="Arial"/>
                <a:cs typeface="Arial"/>
              </a:rPr>
              <a:t>RESUMEN.</a:t>
            </a:r>
          </a:p>
          <a:p xmlns:a="http://schemas.openxmlformats.org/drawingml/2006/main">
            <a:pPr marL="514350" indent="-514350" algn="ctr">
              <a:buAutoNum type="arabicPeriod"/>
            </a:pPr>
            <a:endParaRPr sz="3200" b="1">
              <a:solidFill>
                <a:schemeClr val="bg1"/>
              </a:solidFill>
              <a:latin typeface="Arial"/>
              <a:ea typeface="Arial"/>
              <a:cs typeface="Arial"/>
            </a:endParaRPr>
          </a:p>
          <a:p xmlns:a="http://schemas.openxmlformats.org/drawingml/2006/main">
            <a:pPr algn="just">
              <a:buNone/>
            </a:pPr>
            <a:r>
              <a:rPr sz="3400">
                <a:solidFill>
                  <a:schemeClr val="bg1"/>
                </a:solidFill>
                <a:latin typeface="Arial"/>
                <a:ea typeface="Arial"/>
                <a:cs typeface="Arial"/>
              </a:rPr>
              <a:t>Se presenta el uso de óxido de grafeno para generar sonido, empleando el fenómeno termoacústico, </a:t>
            </a:r>
            <a:r>
              <a:rPr sz="3400">
                <a:solidFill>
                  <a:schemeClr val="bg1"/>
                </a:solidFill>
                <a:latin typeface="Arial"/>
                <a:ea typeface="Arial"/>
                <a:cs typeface="Arial"/>
              </a:rPr>
              <a:t> aplicando un voltaje de polarización  entre dos electrodos </a:t>
            </a:r>
            <a:r>
              <a:rPr sz="3400">
                <a:solidFill>
                  <a:schemeClr val="bg1"/>
                </a:solidFill>
                <a:latin typeface="Arial"/>
                <a:ea typeface="Arial"/>
                <a:cs typeface="Arial"/>
              </a:rPr>
              <a:t> coplanares.</a:t>
            </a:r>
            <a:endParaRPr sz="3400">
              <a:solidFill>
                <a:schemeClr val="bg1"/>
              </a:solidFill>
              <a:latin typeface="Arial"/>
              <a:ea typeface="Arial"/>
              <a:cs typeface="Arial"/>
            </a:endParaRPr>
          </a:p>
          <a:p xmlns:a="http://schemas.openxmlformats.org/drawingml/2006/main">
            <a:pPr algn="just">
              <a:buNone/>
            </a:pPr>
            <a:r>
              <a:rPr sz="3400" b="0" i="0">
                <a:solidFill>
                  <a:schemeClr val="bg1"/>
                </a:solidFill>
                <a:latin typeface="Arial"/>
                <a:ea typeface="Arial"/>
                <a:cs typeface="Arial"/>
              </a:rPr>
              <a:t>Las variaciones de temperaturas son generadas por el calentamiento debido al efecto joule. Estas variaciones de la temperatura provocan cambios locales en la densidad del aire cercano al óxido de grafeno, generando ondas acústicas. Las frecuencias características del sonido  de este fenómeno siempre son el doble de la frecuencia de excitación. </a:t>
            </a:r>
            <a:endParaRPr sz="3400">
              <a:solidFill>
                <a:schemeClr val="bg1"/>
              </a:solidFill>
              <a:latin typeface="Arial"/>
              <a:ea typeface="Arial"/>
              <a:cs typeface="Arial"/>
            </a:endParaRPr>
          </a:p>
        </p:txBody>
      </p:sp>
      <p:sp>
        <p:nvSpPr>
          <p:cNvPr id="16" name="CuadroTexto 15">
            <a:extLst xmlns:a="http://schemas.openxmlformats.org/drawingml/2006/main">
              <a:ext uri="{FF2B5EF4-FFF2-40B4-BE49-F238E27FC236}">
                <a16:creationId xmlns:a16="http://schemas.microsoft.com/office/drawing/2014/main" id="{A03E13D9-BF07-B852-EF14-2366F34C9B29}"/>
              </a:ext>
            </a:extLst>
          </p:cNvPr>
          <p:cNvSpPr>
            <a:spLocks xmlns:a="http://schemas.openxmlformats.org/drawingml/2006/main" noGrp="1"/>
          </p:cNvSpPr>
          <p:nvPr/>
        </p:nvSpPr>
        <p:spPr>
          <a:xfrm xmlns:a="http://schemas.openxmlformats.org/drawingml/2006/main">
            <a:off x="11430953" y="9340563"/>
            <a:ext cx="9688987" cy="344709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400" b="1">
                <a:latin typeface="Arial"/>
                <a:ea typeface="Arial"/>
                <a:cs typeface="Arial"/>
              </a:rPr>
              <a:t>3. DESARROLLO EXPERIMENTAL.</a:t>
            </a:r>
          </a:p>
          <a:p xmlns:a="http://schemas.openxmlformats.org/drawingml/2006/main">
            <a:pPr algn="just">
              <a:buNone/>
            </a:pPr>
            <a:endParaRPr sz="3400">
              <a:latin typeface="Arial"/>
              <a:ea typeface="Arial"/>
              <a:cs typeface="Arial"/>
            </a:endParaRPr>
          </a:p>
          <a:p xmlns:a="http://schemas.openxmlformats.org/drawingml/2006/main">
            <a:pPr algn="just">
              <a:buNone/>
            </a:pPr>
            <a:r>
              <a:rPr sz="3400">
                <a:latin typeface="Arial"/>
                <a:ea typeface="Arial"/>
                <a:cs typeface="Arial"/>
              </a:rPr>
              <a:t>Para fabricar las bocinas, se utilizó oxido de grafeno sintetizado mediante el método de </a:t>
            </a:r>
            <a:r>
              <a:rPr sz="3400">
                <a:latin typeface="Arial"/>
                <a:ea typeface="Arial"/>
                <a:cs typeface="Arial"/>
              </a:rPr>
              <a:t>Hummers</a:t>
            </a:r>
            <a:r>
              <a:rPr sz="3400">
                <a:latin typeface="Arial"/>
                <a:ea typeface="Arial"/>
                <a:cs typeface="Arial"/>
              </a:rPr>
              <a:t> [figura 2].</a:t>
            </a: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r>
              <a:rPr sz="2400" b="1">
                <a:latin typeface="Arial"/>
                <a:ea typeface="Arial"/>
                <a:cs typeface="Arial"/>
              </a:rPr>
              <a:t>FIGURA 2. OXIDO DE GRAFENO USADO.</a:t>
            </a:r>
          </a:p>
          <a:p xmlns:a="http://schemas.openxmlformats.org/drawingml/2006/main">
            <a:pPr algn="just">
              <a:buNone/>
            </a:pPr>
            <a:endParaRPr sz="2400" b="1">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r>
              <a:rPr sz="3400">
                <a:latin typeface="Arial"/>
                <a:ea typeface="Arial"/>
                <a:cs typeface="Arial"/>
              </a:rPr>
              <a:t>Estas fueron aplicadas en el portaobjetos para así generar una bocina termoacústica [figura 3].</a:t>
            </a: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2400" kern="100">
              <a:latin typeface="Arial"/>
              <a:ea typeface="Arial"/>
              <a:cs typeface="Arial"/>
            </a:endParaRPr>
          </a:p>
          <a:p xmlns:a="http://schemas.openxmlformats.org/drawingml/2006/main">
            <a:pPr algn="just">
              <a:buNone/>
            </a:pPr>
            <a:r>
              <a:rPr sz="2400" b="1">
                <a:latin typeface="Arial"/>
                <a:ea typeface="Arial"/>
                <a:cs typeface="Arial"/>
              </a:rPr>
              <a:t>FIGURA 3. DIAGRAMA DEL ARMADO DEL CAPACITOR.</a:t>
            </a:r>
            <a:endParaRPr sz="2400" b="1" kern="100">
              <a:solidFill>
                <a:schemeClr val="tx1"/>
              </a:solidFill>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r>
              <a:rPr sz="3400">
                <a:solidFill>
                  <a:schemeClr val="tx1"/>
                </a:solidFill>
                <a:latin typeface="Arial"/>
                <a:ea typeface="Arial"/>
                <a:cs typeface="Arial"/>
              </a:rPr>
              <a:t>Por consiguiente, se emplearon </a:t>
            </a:r>
            <a:r>
              <a:rPr sz="3400">
                <a:latin typeface="Arial"/>
                <a:ea typeface="Arial"/>
                <a:cs typeface="Arial"/>
              </a:rPr>
              <a:t>d</a:t>
            </a:r>
            <a:r>
              <a:rPr sz="3400">
                <a:solidFill>
                  <a:schemeClr val="tx1"/>
                </a:solidFill>
                <a:latin typeface="Arial"/>
                <a:ea typeface="Arial"/>
                <a:cs typeface="Arial"/>
              </a:rPr>
              <a:t>os electrodos coplanares para así emplear un</a:t>
            </a:r>
            <a:r>
              <a:rPr sz="3400">
                <a:latin typeface="Arial"/>
                <a:ea typeface="Arial"/>
                <a:cs typeface="Arial"/>
              </a:rPr>
              <a:t> </a:t>
            </a:r>
            <a:r>
              <a:rPr sz="3400">
                <a:solidFill>
                  <a:schemeClr val="tx1"/>
                </a:solidFill>
                <a:latin typeface="Arial"/>
                <a:ea typeface="Arial"/>
                <a:cs typeface="Arial"/>
              </a:rPr>
              <a:t>electrete</a:t>
            </a:r>
            <a:r>
              <a:rPr sz="3400">
                <a:latin typeface="Arial"/>
                <a:ea typeface="Arial"/>
                <a:cs typeface="Arial"/>
              </a:rPr>
              <a:t>. </a:t>
            </a:r>
            <a:r>
              <a:rPr sz="3400">
                <a:solidFill>
                  <a:schemeClr val="tx1"/>
                </a:solidFill>
                <a:latin typeface="Arial"/>
                <a:ea typeface="Arial"/>
                <a:cs typeface="Arial"/>
              </a:rPr>
              <a:t>Adicionalmente se elaboró el siguiente circuito eléctrico [figura 4].</a:t>
            </a:r>
            <a:endParaRPr sz="3400" kern="100">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r>
              <a:rPr sz="2400" b="1">
                <a:latin typeface="Arial"/>
                <a:ea typeface="Arial"/>
                <a:cs typeface="Arial"/>
              </a:rPr>
              <a:t>FIGURA 4</a:t>
            </a:r>
            <a:r>
              <a:rPr sz="2400" b="1">
                <a:solidFill>
                  <a:schemeClr val="tx1"/>
                </a:solidFill>
                <a:latin typeface="Arial"/>
                <a:ea typeface="Arial"/>
                <a:cs typeface="Arial"/>
              </a:rPr>
              <a:t>. DIAGRAMA DEL CIRCUITO DE POLARIZACIÓN DE LA PELÍCULA DE GO.</a:t>
            </a:r>
          </a:p>
          <a:p xmlns:a="http://schemas.openxmlformats.org/drawingml/2006/main">
            <a:pPr algn="just">
              <a:buNone/>
            </a:pPr>
            <a:endParaRPr sz="2400" b="1" kern="100">
              <a:latin typeface="Arial"/>
              <a:ea typeface="Arial"/>
              <a:cs typeface="Arial"/>
            </a:endParaRPr>
          </a:p>
          <a:p xmlns:a="http://schemas.openxmlformats.org/drawingml/2006/main">
            <a:pPr algn="just">
              <a:buNone/>
            </a:pPr>
            <a:endParaRPr sz="2400" b="1" kern="100">
              <a:solidFill>
                <a:schemeClr val="tx1"/>
              </a:solidFill>
              <a:latin typeface="Arial"/>
              <a:ea typeface="Arial"/>
              <a:cs typeface="Arial"/>
            </a:endParaRPr>
          </a:p>
          <a:p xmlns:a="http://schemas.openxmlformats.org/drawingml/2006/main">
            <a:pPr algn="just">
              <a:buNone/>
            </a:pPr>
            <a:r>
              <a:rPr sz="3400">
                <a:latin typeface="Arial"/>
                <a:ea typeface="Arial"/>
                <a:cs typeface="Arial"/>
              </a:rPr>
              <a:t>De esta manera se visualizaba el portaobjetos empleando el óxido de grafeno [figura 5].</a:t>
            </a: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2400" b="1" kern="100">
              <a:latin typeface="Arial"/>
              <a:ea typeface="Arial"/>
              <a:cs typeface="Arial"/>
            </a:endParaRPr>
          </a:p>
          <a:p xmlns:a="http://schemas.openxmlformats.org/drawingml/2006/main">
            <a:pPr algn="just">
              <a:buNone/>
            </a:pPr>
            <a:endParaRPr sz="2400" b="1" kern="100">
              <a:latin typeface="Arial"/>
              <a:ea typeface="Arial"/>
              <a:cs typeface="Arial"/>
            </a:endParaRPr>
          </a:p>
          <a:p xmlns:a="http://schemas.openxmlformats.org/drawingml/2006/main">
            <a:pPr algn="just">
              <a:buNone/>
            </a:pPr>
            <a:endParaRPr sz="2400" b="1" kern="100">
              <a:latin typeface="Arial"/>
              <a:ea typeface="Arial"/>
              <a:cs typeface="Arial"/>
            </a:endParaRPr>
          </a:p>
          <a:p xmlns:a="http://schemas.openxmlformats.org/drawingml/2006/main">
            <a:pPr algn="just">
              <a:buNone/>
            </a:pPr>
            <a:endParaRPr sz="2400" b="1" kern="100">
              <a:latin typeface="Arial"/>
              <a:ea typeface="Arial"/>
              <a:cs typeface="Arial"/>
            </a:endParaRPr>
          </a:p>
          <a:p xmlns:a="http://schemas.openxmlformats.org/drawingml/2006/main">
            <a:pPr algn="just">
              <a:buNone/>
            </a:pPr>
            <a:endParaRPr sz="2400" b="1" kern="100">
              <a:latin typeface="Arial"/>
              <a:ea typeface="Arial"/>
              <a:cs typeface="Arial"/>
            </a:endParaRPr>
          </a:p>
          <a:p xmlns:a="http://schemas.openxmlformats.org/drawingml/2006/main">
            <a:pPr algn="just">
              <a:buNone/>
            </a:pPr>
            <a:endParaRPr sz="2400" b="1" kern="100">
              <a:latin typeface="Arial"/>
              <a:ea typeface="Arial"/>
              <a:cs typeface="Arial"/>
            </a:endParaRPr>
          </a:p>
          <a:p xmlns:a="http://schemas.openxmlformats.org/drawingml/2006/main">
            <a:pPr algn="just">
              <a:buNone/>
            </a:pPr>
            <a:endParaRPr sz="2400" b="1" kern="100">
              <a:latin typeface="Arial"/>
              <a:ea typeface="Arial"/>
              <a:cs typeface="Arial"/>
            </a:endParaRPr>
          </a:p>
          <a:p xmlns:a="http://schemas.openxmlformats.org/drawingml/2006/main">
            <a:pPr algn="just">
              <a:buNone/>
            </a:pPr>
            <a:r>
              <a:rPr sz="2400" b="1">
                <a:latin typeface="Arial"/>
                <a:ea typeface="Arial"/>
                <a:cs typeface="Arial"/>
              </a:rPr>
              <a:t>FIGURA 5. PELÍCULA DE ÓXIDO DE GRAFENO SOBRE VIDRIO PORTAOBJETOS.</a:t>
            </a:r>
            <a:endParaRPr sz="2400" b="1" kern="100">
              <a:solidFill>
                <a:schemeClr val="tx1"/>
              </a:solidFill>
              <a:latin typeface="Arial"/>
              <a:ea typeface="Arial"/>
              <a:cs typeface="Arial"/>
            </a:endParaRPr>
          </a:p>
        </p:txBody>
      </p:sp>
      <p:pic>
        <p:nvPicPr>
          <p:cNvPr id="71" name="Imagen 27"/>
          <p:cNvPicPr>
            <a:picLocks xmlns:a="http://schemas.openxmlformats.org/drawingml/2006/main" noChangeAspect="1"/>
          </p:cNvPicPr>
          <p:nvPr/>
        </p:nvPicPr>
        <p:blipFill rotWithShape="1">
          <a:blip xmlns:r="http://schemas.openxmlformats.org/officeDocument/2006/relationships" xmlns:a="http://schemas.openxmlformats.org/drawingml/2006/main" r:embed="R4c4d16c166c944dc"/>
          <a:srcRect xmlns:a="http://schemas.openxmlformats.org/drawingml/2006/main" l="0" t="8114" r="0" b="8776"/>
          <a:stretch xmlns:a="http://schemas.openxmlformats.org/drawingml/2006/main"/>
        </p:blipFill>
        <p:spPr>
          <a:xfrm xmlns:a="http://schemas.openxmlformats.org/drawingml/2006/main">
            <a:off x="11281305" y="21561825"/>
            <a:ext cx="9924168" cy="4772056"/>
          </a:xfrm>
          <a:prstGeom xmlns:a="http://schemas.openxmlformats.org/drawingml/2006/main" prst="rect">
            <a:avLst/>
          </a:prstGeom>
        </p:spPr>
      </p:pic>
      <p:sp>
        <p:nvSpPr>
          <p:cNvPr id="18" name="CuadroTexto 17">
            <a:extLst xmlns:a="http://schemas.openxmlformats.org/drawingml/2006/main">
              <a:ext uri="{FF2B5EF4-FFF2-40B4-BE49-F238E27FC236}">
                <a16:creationId xmlns:a16="http://schemas.microsoft.com/office/drawing/2014/main" id="{0C537126-1334-0E11-8C9E-9ED6FE3A2E6E}"/>
              </a:ext>
            </a:extLst>
          </p:cNvPr>
          <p:cNvSpPr>
            <a:spLocks xmlns:a="http://schemas.openxmlformats.org/drawingml/2006/main" noGrp="1"/>
          </p:cNvSpPr>
          <p:nvPr/>
        </p:nvSpPr>
        <p:spPr>
          <a:xfrm xmlns:a="http://schemas.openxmlformats.org/drawingml/2006/main">
            <a:off x="711392" y="16436222"/>
            <a:ext cx="9547220" cy="1771010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400" b="1">
                <a:latin typeface="Arial"/>
                <a:ea typeface="Arial"/>
                <a:cs typeface="Arial"/>
              </a:rPr>
              <a:t>EL EFECTO TERMOACÚSTICO.</a:t>
            </a:r>
          </a:p>
          <a:p xmlns:a="http://schemas.openxmlformats.org/drawingml/2006/main">
            <a:pPr algn="just">
              <a:buNone/>
            </a:pPr>
            <a:endParaRPr sz="3400">
              <a:latin typeface="Arial"/>
              <a:ea typeface="Arial"/>
              <a:cs typeface="Arial"/>
            </a:endParaRPr>
          </a:p>
          <a:p xmlns:a="http://schemas.openxmlformats.org/drawingml/2006/main">
            <a:pPr algn="just">
              <a:buNone/>
            </a:pPr>
            <a:r>
              <a:rPr sz="3400">
                <a:latin typeface="Arial"/>
                <a:ea typeface="Arial"/>
                <a:cs typeface="Arial"/>
              </a:rPr>
              <a:t>El efecto termoacústico se puede generar empleando un conductor muy delgado con capacidad calorífica muy pequeña, cuando se aplica corriente alterna</a:t>
            </a:r>
            <a:r>
              <a:rPr sz="3400">
                <a:latin typeface="Arial"/>
                <a:ea typeface="Arial"/>
                <a:cs typeface="Arial"/>
              </a:rPr>
              <a:t>. El paso de la coriente </a:t>
            </a:r>
            <a:r>
              <a:rPr sz="3400">
                <a:latin typeface="Arial"/>
                <a:ea typeface="Arial"/>
                <a:cs typeface="Arial"/>
              </a:rPr>
              <a:t>por</a:t>
            </a:r>
            <a:r>
              <a:rPr sz="3400">
                <a:latin typeface="Arial"/>
                <a:ea typeface="Arial"/>
                <a:cs typeface="Arial"/>
              </a:rPr>
              <a:t> </a:t>
            </a:r>
            <a:r>
              <a:rPr sz="3400">
                <a:latin typeface="Arial"/>
                <a:ea typeface="Arial"/>
                <a:cs typeface="Arial"/>
              </a:rPr>
              <a:t>el</a:t>
            </a:r>
            <a:r>
              <a:rPr sz="3400">
                <a:latin typeface="Arial"/>
                <a:ea typeface="Arial"/>
                <a:cs typeface="Arial"/>
              </a:rPr>
              <a:t> conductor lo calienta debido al </a:t>
            </a:r>
            <a:r>
              <a:rPr sz="3400">
                <a:latin typeface="Arial"/>
                <a:ea typeface="Arial"/>
                <a:cs typeface="Arial"/>
              </a:rPr>
              <a:t>efecto</a:t>
            </a:r>
            <a:r>
              <a:rPr sz="3400">
                <a:latin typeface="Arial"/>
                <a:ea typeface="Arial"/>
                <a:cs typeface="Arial"/>
              </a:rPr>
              <a:t> </a:t>
            </a:r>
            <a:r>
              <a:rPr sz="3400">
                <a:latin typeface="Arial"/>
                <a:ea typeface="Arial"/>
                <a:cs typeface="Arial"/>
              </a:rPr>
              <a:t>Juole</a:t>
            </a:r>
            <a:r>
              <a:rPr sz="3400">
                <a:latin typeface="Arial"/>
                <a:ea typeface="Arial"/>
                <a:cs typeface="Arial"/>
              </a:rPr>
              <a:t>,  </a:t>
            </a:r>
            <a:r>
              <a:rPr sz="3400">
                <a:latin typeface="Arial"/>
                <a:ea typeface="Arial"/>
                <a:cs typeface="Arial"/>
              </a:rPr>
              <a:t>provocando</a:t>
            </a:r>
            <a:r>
              <a:rPr sz="3400">
                <a:latin typeface="Arial"/>
                <a:ea typeface="Arial"/>
                <a:cs typeface="Arial"/>
              </a:rPr>
              <a:t> cambios de temperatura </a:t>
            </a:r>
            <a:r>
              <a:rPr sz="3400">
                <a:latin typeface="Arial"/>
                <a:ea typeface="Arial"/>
                <a:cs typeface="Arial"/>
              </a:rPr>
              <a:t>en</a:t>
            </a:r>
            <a:r>
              <a:rPr sz="3400">
                <a:latin typeface="Arial"/>
                <a:ea typeface="Arial"/>
                <a:cs typeface="Arial"/>
              </a:rPr>
              <a:t> sus </a:t>
            </a:r>
            <a:r>
              <a:rPr sz="3400">
                <a:latin typeface="Arial"/>
                <a:ea typeface="Arial"/>
                <a:cs typeface="Arial"/>
              </a:rPr>
              <a:t>vecindades, </a:t>
            </a:r>
            <a:r>
              <a:rPr sz="3400">
                <a:latin typeface="Arial"/>
                <a:ea typeface="Arial"/>
                <a:cs typeface="Arial"/>
              </a:rPr>
              <a:t>generando </a:t>
            </a:r>
            <a:r>
              <a:rPr sz="3400">
                <a:latin typeface="Arial"/>
                <a:ea typeface="Arial"/>
                <a:cs typeface="Arial"/>
              </a:rPr>
              <a:t>variaciones</a:t>
            </a:r>
            <a:r>
              <a:rPr sz="3400">
                <a:latin typeface="Arial"/>
                <a:ea typeface="Arial"/>
                <a:cs typeface="Arial"/>
              </a:rPr>
              <a:t> </a:t>
            </a:r>
            <a:r>
              <a:rPr sz="3400">
                <a:latin typeface="Arial"/>
                <a:ea typeface="Arial"/>
                <a:cs typeface="Arial"/>
              </a:rPr>
              <a:t>en</a:t>
            </a:r>
            <a:r>
              <a:rPr sz="3400">
                <a:latin typeface="Arial"/>
                <a:ea typeface="Arial"/>
                <a:cs typeface="Arial"/>
              </a:rPr>
              <a:t> </a:t>
            </a:r>
            <a:r>
              <a:rPr sz="3400">
                <a:latin typeface="Arial"/>
                <a:ea typeface="Arial"/>
                <a:cs typeface="Arial"/>
              </a:rPr>
              <a:t>densidad</a:t>
            </a:r>
            <a:r>
              <a:rPr sz="3400">
                <a:latin typeface="Arial"/>
                <a:ea typeface="Arial"/>
                <a:cs typeface="Arial"/>
              </a:rPr>
              <a:t> </a:t>
            </a:r>
            <a:r>
              <a:rPr sz="3400">
                <a:latin typeface="Arial"/>
                <a:ea typeface="Arial"/>
                <a:cs typeface="Arial"/>
              </a:rPr>
              <a:t>aire</a:t>
            </a:r>
            <a:r>
              <a:rPr sz="3400">
                <a:latin typeface="Arial"/>
                <a:ea typeface="Arial"/>
                <a:cs typeface="Arial"/>
              </a:rPr>
              <a:t> </a:t>
            </a:r>
            <a:r>
              <a:rPr sz="3400">
                <a:latin typeface="Arial"/>
                <a:ea typeface="Arial"/>
                <a:cs typeface="Arial"/>
              </a:rPr>
              <a:t>circundante</a:t>
            </a:r>
            <a:r>
              <a:rPr sz="3400">
                <a:latin typeface="Arial"/>
                <a:ea typeface="Arial"/>
                <a:cs typeface="Arial"/>
              </a:rPr>
              <a:t>, generando </a:t>
            </a:r>
            <a:r>
              <a:rPr sz="3400">
                <a:latin typeface="Arial"/>
                <a:ea typeface="Arial"/>
                <a:cs typeface="Arial"/>
              </a:rPr>
              <a:t>sonido</a:t>
            </a:r>
            <a:r>
              <a:rPr sz="3400">
                <a:latin typeface="Arial"/>
                <a:ea typeface="Arial"/>
                <a:cs typeface="Arial"/>
              </a:rPr>
              <a:t>. </a:t>
            </a: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r>
              <a:rPr sz="3400">
                <a:latin typeface="Arial"/>
                <a:ea typeface="Arial"/>
                <a:cs typeface="Arial"/>
              </a:rPr>
              <a:t>De acuerdo con la dirección de la conversión de energía, los efectos termoacústicos se dividen en dos sentidos: producción de sonido en un fluido por gradientes térmicos en la pared sólida en contacto y producción de gradientes térmicos en la pared por el sonido en el fluido [1,2].</a:t>
            </a: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3400">
              <a:latin typeface="Arial"/>
              <a:ea typeface="Arial"/>
              <a:cs typeface="Arial"/>
            </a:endParaRPr>
          </a:p>
          <a:p xmlns:a="http://schemas.openxmlformats.org/drawingml/2006/main">
            <a:pPr algn="just">
              <a:buNone/>
            </a:pPr>
            <a:endParaRPr sz="2400">
              <a:latin typeface="Arial"/>
              <a:ea typeface="Arial"/>
              <a:cs typeface="Arial"/>
            </a:endParaRPr>
          </a:p>
          <a:p xmlns:a="http://schemas.openxmlformats.org/drawingml/2006/main">
            <a:pPr algn="just">
              <a:buNone/>
            </a:pPr>
            <a:r>
              <a:rPr sz="2400" b="1">
                <a:latin typeface="Arial"/>
                <a:ea typeface="Arial"/>
                <a:cs typeface="Arial"/>
              </a:rPr>
              <a:t>FIGURA 1. DIAGRAMA ACERCA DEL FUNCIONAMIENTO DEL EFECTO TERMOACÚSTICO.</a:t>
            </a:r>
          </a:p>
          <a:p xmlns:a="http://schemas.openxmlformats.org/drawingml/2006/main">
            <a:pPr algn="just">
              <a:buNone/>
            </a:pPr>
            <a:endParaRPr sz="3400">
              <a:latin typeface="Arial"/>
              <a:ea typeface="Arial"/>
              <a:cs typeface="Arial"/>
            </a:endParaRPr>
          </a:p>
          <a:p xmlns:a="http://schemas.openxmlformats.org/drawingml/2006/main">
            <a:pPr algn="just">
              <a:buNone/>
            </a:pPr>
            <a:r>
              <a:rPr sz="3400">
                <a:latin typeface="Arial"/>
                <a:ea typeface="Arial"/>
                <a:cs typeface="Arial"/>
              </a:rPr>
              <a:t>Cuando se suministra una corriente alterna de la forma </a:t>
            </a:r>
            <a14:m xmlns:a14="http://schemas.microsoft.com/office/drawing/2010/main">
              <m:oMathPara xmlns:m="http://schemas.openxmlformats.org/officeDocument/2006/math">
                <m:oMath>
                  <m:r>
                    <a:rPr xmlns:a="http://schemas.openxmlformats.org/drawingml/2006/main" lang="es-MX" sz="3400" i="1">
                      <a:latin typeface="Cambria Math"/>
                      <a:ea typeface="Cambria Math"/>
                      <a:cs typeface="Cambria Math"/>
                    </a:rPr>
                    <m:t>𝐼</m:t>
                  </m:r>
                  <m:r>
                    <a:rPr xmlns:a="http://schemas.openxmlformats.org/drawingml/2006/main" lang="es-MX" sz="3400" i="1">
                      <a:latin typeface="Cambria Math"/>
                      <a:ea typeface="Cambria Math"/>
                      <a:cs typeface="Cambria Math"/>
                    </a:rPr>
                    <m:t xml:space="preserve"> </m:t>
                  </m:r>
                  <m:r>
                    <a:rPr xmlns:a="http://schemas.openxmlformats.org/drawingml/2006/main" lang="es-MX" sz="3400" i="1">
                      <a:latin typeface="Cambria Math"/>
                      <a:ea typeface="Cambria Math"/>
                      <a:cs typeface="Cambria Math"/>
                    </a:rPr>
                    <m:t>𝑠𝑒𝑛</m:t>
                  </m:r>
                  <m:r>
                    <a:rPr xmlns:a="http://schemas.openxmlformats.org/drawingml/2006/main" lang="es-MX" sz="3400" i="1">
                      <a:latin typeface="Cambria Math"/>
                      <a:ea typeface="Cambria Math"/>
                      <a:cs typeface="Cambria Math"/>
                    </a:rPr>
                    <m:t xml:space="preserve"> </m:t>
                  </m:r>
                  <m:r>
                    <a:rPr xmlns:a="http://schemas.openxmlformats.org/drawingml/2006/main" lang="es-MX" sz="3400" i="1">
                      <a:latin typeface="Cambria Math"/>
                      <a:ea typeface="Cambria Math"/>
                      <a:cs typeface="Cambria Math"/>
                    </a:rPr>
                    <m:t>𝑤𝑡</m:t>
                  </m:r>
                </m:oMath>
              </m:oMathPara>
            </a14:m>
            <a:r>
              <a:rPr sz="3400">
                <a:latin typeface="Arial"/>
                <a:ea typeface="Arial"/>
                <a:cs typeface="Arial"/>
              </a:rPr>
              <a:t>, el efecto de calentamiento es proporcional a la potencia eléctrica (ecuación 1) a, </a:t>
            </a:r>
          </a:p>
          <a:p xmlns:a="http://schemas.openxmlformats.org/drawingml/2006/main">
            <a:pPr algn="r">
              <a:buNone/>
            </a:pPr>
            <a14:m xmlns:a14="http://schemas.microsoft.com/office/drawing/2010/main">
              <m:oMathPara xmlns:m="http://schemas.openxmlformats.org/officeDocument/2006/math">
                <m:oMath>
                  <m:r>
                    <a:rPr xmlns:a="http://schemas.openxmlformats.org/drawingml/2006/main" lang="es-MX" sz="3400" b="0" i="1">
                      <a:latin typeface="Cambria Math"/>
                      <a:ea typeface="Cambria Math"/>
                      <a:cs typeface="Cambria Math"/>
                    </a:rPr>
                    <m:t>𝑅</m:t>
                  </m:r>
                  <m:sSup>
                    <m:e>
                      <m:r>
                        <a:rPr xmlns:a="http://schemas.openxmlformats.org/drawingml/2006/main" lang="es-MX" sz="3400" b="0" i="1">
                          <a:latin typeface="Cambria Math"/>
                          <a:ea typeface="Cambria Math"/>
                          <a:cs typeface="Cambria Math"/>
                        </a:rPr>
                        <m:t>𝐼</m:t>
                      </m:r>
                    </m:e>
                    <m:sup>
                      <m:r>
                        <a:rPr xmlns:a="http://schemas.openxmlformats.org/drawingml/2006/main" lang="es-MX" sz="3400" b="0" i="1">
                          <a:latin typeface="Cambria Math"/>
                          <a:ea typeface="Cambria Math"/>
                          <a:cs typeface="Cambria Math"/>
                        </a:rPr>
                        <m:t>2</m:t>
                      </m:r>
                    </m:sup>
                  </m:sSup>
                  <m:r>
                    <a:rPr xmlns:a="http://schemas.openxmlformats.org/drawingml/2006/main" lang="es-MX" sz="3400" b="0" i="1">
                      <a:latin typeface="Cambria Math"/>
                      <a:ea typeface="Cambria Math"/>
                      <a:cs typeface="Cambria Math"/>
                    </a:rPr>
                    <m:t>𝑠𝑒</m:t>
                  </m:r>
                  <m:sSup>
                    <m:e>
                      <m:r>
                        <a:rPr xmlns:a="http://schemas.openxmlformats.org/drawingml/2006/main" lang="es-MX" sz="3400" b="0" i="1">
                          <a:latin typeface="Cambria Math"/>
                          <a:ea typeface="Cambria Math"/>
                          <a:cs typeface="Cambria Math"/>
                        </a:rPr>
                        <m:t>𝑛</m:t>
                      </m:r>
                    </m:e>
                    <m:sup>
                      <m:r>
                        <a:rPr xmlns:a="http://schemas.openxmlformats.org/drawingml/2006/main" lang="es-MX" sz="3400" b="0" i="1">
                          <a:latin typeface="Cambria Math"/>
                          <a:ea typeface="Cambria Math"/>
                          <a:cs typeface="Cambria Math"/>
                        </a:rPr>
                        <m:t>2</m:t>
                      </m:r>
                    </m:sup>
                  </m:sSup>
                  <m:r>
                    <a:rPr xmlns:a="http://schemas.openxmlformats.org/drawingml/2006/main" lang="es-MX" sz="3400" b="0" i="1">
                      <a:latin typeface="Cambria Math"/>
                      <a:ea typeface="Cambria Math"/>
                      <a:cs typeface="Cambria Math"/>
                    </a:rPr>
                    <m:t>𝑤𝑡</m:t>
                  </m:r>
                  <m:r>
                    <a:rPr xmlns:a="http://schemas.openxmlformats.org/drawingml/2006/main" lang="es-MX" sz="3400" b="0" i="1">
                      <a:latin typeface="Cambria Math"/>
                      <a:ea typeface="Cambria Math"/>
                      <a:cs typeface="Cambria Math"/>
                    </a:rPr>
                    <m:t>=</m:t>
                  </m:r>
                  <m:f>
                    <m:num>
                      <m:r>
                        <a:rPr xmlns:a="http://schemas.openxmlformats.org/drawingml/2006/main" lang="es-MX" sz="3400" i="1">
                          <a:latin typeface="Cambria Math"/>
                          <a:ea typeface="Cambria Math"/>
                          <a:cs typeface="Cambria Math"/>
                        </a:rPr>
                        <m:t>𝑅</m:t>
                      </m:r>
                      <m:sSup>
                        <m:e>
                          <m:r>
                            <a:rPr xmlns:a="http://schemas.openxmlformats.org/drawingml/2006/main" lang="es-MX" sz="3400" i="1">
                              <a:latin typeface="Cambria Math"/>
                              <a:ea typeface="Cambria Math"/>
                              <a:cs typeface="Cambria Math"/>
                            </a:rPr>
                            <m:t>𝐼</m:t>
                          </m:r>
                        </m:e>
                        <m:sup>
                          <m:r>
                            <a:rPr xmlns:a="http://schemas.openxmlformats.org/drawingml/2006/main" lang="es-MX" sz="3400" i="1">
                              <a:latin typeface="Cambria Math"/>
                              <a:ea typeface="Cambria Math"/>
                              <a:cs typeface="Cambria Math"/>
                            </a:rPr>
                            <m:t>2</m:t>
                          </m:r>
                        </m:sup>
                      </m:sSup>
                    </m:num>
                    <m:den>
                      <m:r>
                        <a:rPr xmlns:a="http://schemas.openxmlformats.org/drawingml/2006/main" lang="es-MX" sz="3400" b="0" i="1">
                          <a:latin typeface="Cambria Math"/>
                          <a:ea typeface="Cambria Math"/>
                          <a:cs typeface="Cambria Math"/>
                        </a:rPr>
                        <m:t>2</m:t>
                      </m:r>
                    </m:den>
                  </m:f>
                  <m:r>
                    <a:rPr xmlns:a="http://schemas.openxmlformats.org/drawingml/2006/main" lang="es-MX" sz="3400" b="0" i="0">
                      <a:latin typeface="Cambria Math"/>
                      <a:ea typeface="Cambria Math"/>
                      <a:cs typeface="Cambria Math"/>
                    </a:rPr>
                    <m:t>(</m:t>
                  </m:r>
                  <m:r>
                    <a:rPr xmlns:a="http://schemas.openxmlformats.org/drawingml/2006/main" lang="es-MX" sz="3400" b="0" i="0">
                      <a:latin typeface="Cambria Math"/>
                      <a:ea typeface="Cambria Math"/>
                      <a:cs typeface="Cambria Math"/>
                    </a:rPr>
                    <m:t>I</m:t>
                  </m:r>
                  <m:r>
                    <a:rPr xmlns:a="http://schemas.openxmlformats.org/drawingml/2006/main" lang="es-MX" sz="3400" b="0" i="0">
                      <a:latin typeface="Cambria Math"/>
                      <a:ea typeface="Cambria Math"/>
                      <a:cs typeface="Cambria Math"/>
                    </a:rPr>
                    <m:t>−</m:t>
                  </m:r>
                  <m:r>
                    <a:rPr xmlns:a="http://schemas.openxmlformats.org/drawingml/2006/main" lang="es-MX" sz="3400" b="0" i="0">
                      <a:latin typeface="Cambria Math"/>
                      <a:ea typeface="Cambria Math"/>
                      <a:cs typeface="Cambria Math"/>
                    </a:rPr>
                    <m:t>cos</m:t>
                  </m:r>
                  <m:r>
                    <a:rPr xmlns:a="http://schemas.openxmlformats.org/drawingml/2006/main" lang="es-MX" sz="3400" b="0" i="0">
                      <a:latin typeface="Cambria Math"/>
                      <a:ea typeface="Cambria Math"/>
                      <a:cs typeface="Cambria Math"/>
                    </a:rPr>
                    <m:t xml:space="preserve"> 2</m:t>
                  </m:r>
                  <m:r>
                    <a:rPr xmlns:a="http://schemas.openxmlformats.org/drawingml/2006/main" lang="es-MX" sz="3400" b="0" i="0">
                      <a:latin typeface="Cambria Math"/>
                      <a:ea typeface="Cambria Math"/>
                      <a:cs typeface="Cambria Math"/>
                    </a:rPr>
                    <m:t>wt</m:t>
                  </m:r>
                  <m:r>
                    <a:rPr xmlns:a="http://schemas.openxmlformats.org/drawingml/2006/main" lang="es-MX" sz="3400" b="0" i="0">
                      <a:latin typeface="Cambria Math"/>
                      <a:ea typeface="Cambria Math"/>
                      <a:cs typeface="Cambria Math"/>
                    </a:rPr>
                    <m:t>)</m:t>
                  </m:r>
                </m:oMath>
              </m:oMathPara>
            </a14:m>
            <a:r>
              <a:rPr sz="3400">
                <a:latin typeface="Arial"/>
                <a:ea typeface="Arial"/>
                <a:cs typeface="Arial"/>
              </a:rPr>
              <a:t>          (1)</a:t>
            </a:r>
          </a:p>
        </p:txBody>
      </p:sp>
      <p:pic>
        <p:nvPicPr>
          <p:cNvPr id="73" name="Imagen 8"/>
          <p:cNvPicPr>
            <a:picLocks xmlns:a="http://schemas.openxmlformats.org/drawingml/2006/main" noChangeAspect="1"/>
          </p:cNvPicPr>
          <p:nvPr/>
        </p:nvPicPr>
        <p:blipFill>
          <a:blip xmlns:r="http://schemas.openxmlformats.org/officeDocument/2006/relationships" xmlns:a="http://schemas.openxmlformats.org/drawingml/2006/main" r:embed="R3426bb0a1f864311"/>
          <a:stretch xmlns:a="http://schemas.openxmlformats.org/drawingml/2006/main">
            <a:fillRect l="0" t="0" r="0" b="0"/>
          </a:stretch>
        </p:blipFill>
        <p:spPr>
          <a:xfrm xmlns:a="http://schemas.openxmlformats.org/drawingml/2006/main">
            <a:off x="892121" y="25884622"/>
            <a:ext cx="9456856" cy="3885093"/>
          </a:xfrm>
          <a:prstGeom xmlns:a="http://schemas.openxmlformats.org/drawingml/2006/main" prst="rect">
            <a:avLst/>
          </a:prstGeom>
        </p:spPr>
      </p:pic>
      <p:sp>
        <p:nvSpPr>
          <p:cNvPr id="10" name="AutoShape 2">
            <a:extLst xmlns:a="http://schemas.openxmlformats.org/drawingml/2006/main">
              <a:ext uri="{FF2B5EF4-FFF2-40B4-BE49-F238E27FC236}">
                <a16:creationId xmlns:a16="http://schemas.microsoft.com/office/drawing/2014/main" id="{EB72079C-1686-5ACD-1D84-22B09994E359}"/>
              </a:ext>
            </a:extLst>
          </p:cNvPr>
          <p:cNvSpPr>
            <a:spLocks xmlns:a="http://schemas.openxmlformats.org/drawingml/2006/main" noGrp="1"/>
          </p:cNvSpPr>
          <p:nvPr/>
        </p:nvSpPr>
        <p:spPr>
          <a:xfrm xmlns:a="http://schemas.openxmlformats.org/drawingml/2006/main">
            <a:off x="16351250" y="23552150"/>
            <a:ext cx="304800" cy="304800"/>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3" name="CuadroTexto 22">
            <a:extLst xmlns:a="http://schemas.openxmlformats.org/drawingml/2006/main">
              <a:ext uri="{FF2B5EF4-FFF2-40B4-BE49-F238E27FC236}">
                <a16:creationId xmlns:a16="http://schemas.microsoft.com/office/drawing/2014/main" id="{02C324C7-DAE6-C556-204D-4B4895F903E7}"/>
              </a:ext>
            </a:extLst>
          </p:cNvPr>
          <p:cNvSpPr>
            <a:spLocks xmlns:a="http://schemas.openxmlformats.org/drawingml/2006/main" noGrp="1"/>
          </p:cNvSpPr>
          <p:nvPr/>
        </p:nvSpPr>
        <p:spPr>
          <a:xfrm xmlns:a="http://schemas.openxmlformats.org/drawingml/2006/main">
            <a:off x="22083129" y="5998191"/>
            <a:ext cx="9734590" cy="800219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3400">
                <a:solidFill>
                  <a:schemeClr val="tx1"/>
                </a:solidFill>
                <a:latin typeface="Arial"/>
                <a:ea typeface="Arial"/>
                <a:cs typeface="Arial"/>
              </a:rPr>
              <a:t>Con ayuda del osciloscopio se obtuvieron los datos siguientes</a:t>
            </a:r>
            <a:r>
              <a:rPr sz="3400">
                <a:latin typeface="Arial"/>
                <a:ea typeface="Arial"/>
                <a:cs typeface="Arial"/>
              </a:rPr>
              <a:t> [figura 6].</a:t>
            </a: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solidFill>
                <a:schemeClr val="tx1"/>
              </a:solidFill>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3400" kern="100">
              <a:latin typeface="Arial"/>
              <a:ea typeface="Arial"/>
              <a:cs typeface="Arial"/>
            </a:endParaRPr>
          </a:p>
          <a:p xmlns:a="http://schemas.openxmlformats.org/drawingml/2006/main">
            <a:pPr algn="just">
              <a:buNone/>
            </a:pPr>
            <a:endParaRPr sz="2400" b="1" kern="100">
              <a:solidFill>
                <a:schemeClr val="tx1"/>
              </a:solidFill>
              <a:latin typeface="Arial"/>
              <a:ea typeface="Arial"/>
              <a:cs typeface="Arial"/>
            </a:endParaRPr>
          </a:p>
          <a:p xmlns:a="http://schemas.openxmlformats.org/drawingml/2006/main">
            <a:pPr algn="just">
              <a:buNone/>
            </a:pPr>
            <a:r>
              <a:rPr sz="2400" b="1">
                <a:latin typeface="Arial"/>
                <a:ea typeface="Arial"/>
                <a:cs typeface="Arial"/>
              </a:rPr>
              <a:t>FIGURA 6. IMAGEN DE LA CAPTURA DEL OSCILOSCOPIO DEL CAPACITOR.</a:t>
            </a:r>
          </a:p>
        </p:txBody>
      </p:sp>
      <p:sp>
        <p:nvSpPr>
          <p:cNvPr id="17" name="AutoShape 4">
            <a:extLst xmlns:a="http://schemas.openxmlformats.org/drawingml/2006/main">
              <a:ext uri="{FF2B5EF4-FFF2-40B4-BE49-F238E27FC236}">
                <a16:creationId xmlns:a16="http://schemas.microsoft.com/office/drawing/2014/main" id="{C91B6DA9-255F-EDC0-F529-D9B8D5F0C75D}"/>
              </a:ext>
            </a:extLst>
          </p:cNvPr>
          <p:cNvSpPr>
            <a:spLocks xmlns:a="http://schemas.openxmlformats.org/drawingml/2006/main" noGrp="1"/>
          </p:cNvSpPr>
          <p:nvPr/>
        </p:nvSpPr>
        <p:spPr>
          <a:xfrm xmlns:a="http://schemas.openxmlformats.org/drawingml/2006/main">
            <a:off x="16503650" y="23704550"/>
            <a:ext cx="304800" cy="304800"/>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pic>
        <p:nvPicPr>
          <p:cNvPr id="77" name="Imagen 20"/>
          <p:cNvPicPr>
            <a:picLocks xmlns:a="http://schemas.openxmlformats.org/drawingml/2006/main" noChangeAspect="1"/>
          </p:cNvPicPr>
          <p:nvPr/>
        </p:nvPicPr>
        <p:blipFill rotWithShape="1">
          <a:blip xmlns:r="http://schemas.openxmlformats.org/officeDocument/2006/relationships" xmlns:a="http://schemas.openxmlformats.org/drawingml/2006/main" r:embed="Rceeab1282c6343c1"/>
          <a:srcRect xmlns:a="http://schemas.openxmlformats.org/drawingml/2006/main" l="10102" t="26197" r="13377" b="27223"/>
          <a:stretch xmlns:a="http://schemas.openxmlformats.org/drawingml/2006/main"/>
        </p:blipFill>
        <p:spPr>
          <a:xfrm xmlns:a="http://schemas.openxmlformats.org/drawingml/2006/main">
            <a:off x="22412998" y="7369553"/>
            <a:ext cx="9049718" cy="5231745"/>
          </a:xfrm>
          <a:prstGeom xmlns:a="http://schemas.openxmlformats.org/drawingml/2006/main" prst="rect">
            <a:avLst/>
          </a:prstGeom>
        </p:spPr>
      </p:pic>
      <p:pic>
        <p:nvPicPr>
          <p:cNvPr id="78" name="Imagen 5"/>
          <p:cNvPicPr>
            <a:picLocks xmlns:a="http://schemas.openxmlformats.org/drawingml/2006/main" noChangeAspect="1"/>
          </p:cNvPicPr>
          <p:nvPr/>
        </p:nvPicPr>
        <p:blipFill rotWithShape="1">
          <a:blip xmlns:r="http://schemas.openxmlformats.org/officeDocument/2006/relationships" xmlns:a="http://schemas.openxmlformats.org/drawingml/2006/main" r:embed="R816c948c59b9436d"/>
          <a:srcRect xmlns:a="http://schemas.openxmlformats.org/drawingml/2006/main" l="3892" t="9508" r="2626" b="2773"/>
          <a:stretch xmlns:a="http://schemas.openxmlformats.org/drawingml/2006/main"/>
        </p:blipFill>
        <p:spPr>
          <a:xfrm xmlns:a="http://schemas.openxmlformats.org/drawingml/2006/main">
            <a:off x="22302920" y="26949253"/>
            <a:ext cx="8931920" cy="6474562"/>
          </a:xfrm>
          <a:prstGeom xmlns:a="http://schemas.openxmlformats.org/drawingml/2006/main" prst="rect">
            <a:avLst/>
          </a:prstGeom>
        </p:spPr>
      </p:pic>
      <p:sp>
        <p:nvSpPr>
          <p:cNvPr id="12" name="CuadroTexto 11">
            <a:extLst xmlns:a="http://schemas.openxmlformats.org/drawingml/2006/main">
              <a:ext uri="{FF2B5EF4-FFF2-40B4-BE49-F238E27FC236}">
                <a16:creationId xmlns:a16="http://schemas.microsoft.com/office/drawing/2014/main" id="{D2201B3C-48C5-A591-0B02-8BEEF753F0C1}"/>
              </a:ext>
            </a:extLst>
          </p:cNvPr>
          <p:cNvSpPr>
            <a:spLocks xmlns:a="http://schemas.openxmlformats.org/drawingml/2006/main" noGrp="1"/>
          </p:cNvSpPr>
          <p:nvPr/>
        </p:nvSpPr>
        <p:spPr>
          <a:xfrm xmlns:a="http://schemas.openxmlformats.org/drawingml/2006/main">
            <a:off x="22201200" y="41176438"/>
            <a:ext cx="9193928" cy="3231654"/>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wrap="square">
            <a:spAutoFit/>
          </a:bodyPr>
          <a:lstStyle xmlns:a="http://schemas.openxmlformats.org/drawingml/2006/main"/>
          <a:p xmlns:a="http://schemas.openxmlformats.org/drawingml/2006/main">
            <a:pPr algn="ctr">
              <a:buNone/>
            </a:pPr>
            <a:r>
              <a:rPr sz="3400" b="1">
                <a:latin typeface="Arial"/>
                <a:ea typeface="Arial"/>
                <a:cs typeface="Arial"/>
              </a:rPr>
              <a:t>6. AGRADECIMIENTOS.</a:t>
            </a:r>
          </a:p>
          <a:p xmlns:a="http://schemas.openxmlformats.org/drawingml/2006/main">
            <a:pPr algn="ctr">
              <a:buNone/>
            </a:pPr>
            <a:endParaRPr sz="3400">
              <a:latin typeface="Arial"/>
              <a:ea typeface="Arial"/>
              <a:cs typeface="Arial"/>
            </a:endParaRPr>
          </a:p>
          <a:p xmlns:a="http://schemas.openxmlformats.org/drawingml/2006/main">
            <a:pPr algn="just">
              <a:buNone/>
            </a:pPr>
            <a:r>
              <a:rPr sz="3400">
                <a:latin typeface="Arial"/>
                <a:ea typeface="Arial"/>
                <a:cs typeface="Arial"/>
              </a:rPr>
              <a:t>Damos agradecimientos a los profesores Dr. José Luis Benítez </a:t>
            </a:r>
            <a:r>
              <a:rPr sz="3400">
                <a:latin typeface="Arial"/>
                <a:ea typeface="Arial"/>
                <a:cs typeface="Arial"/>
              </a:rPr>
              <a:t>Benítez</a:t>
            </a:r>
            <a:r>
              <a:rPr sz="3400">
                <a:latin typeface="Arial"/>
                <a:ea typeface="Arial"/>
                <a:cs typeface="Arial"/>
              </a:rPr>
              <a:t> y Dr. </a:t>
            </a:r>
            <a:r>
              <a:rPr sz="3400">
                <a:latin typeface="Arial"/>
                <a:ea typeface="Arial"/>
                <a:cs typeface="Arial"/>
              </a:rPr>
              <a:t>Richart</a:t>
            </a:r>
            <a:r>
              <a:rPr sz="3400">
                <a:latin typeface="Arial"/>
                <a:ea typeface="Arial"/>
                <a:cs typeface="Arial"/>
              </a:rPr>
              <a:t> Falconi Calderón por su asesoramiento y colaboración.</a:t>
            </a:r>
          </a:p>
        </p:txBody>
      </p:sp>
      <p:sp>
        <p:nvSpPr>
          <p:cNvPr id="26" name="CuadroTexto 25">
            <a:extLst xmlns:a="http://schemas.openxmlformats.org/drawingml/2006/main">
              <a:ext uri="{FF2B5EF4-FFF2-40B4-BE49-F238E27FC236}">
                <a16:creationId xmlns:a16="http://schemas.microsoft.com/office/drawing/2014/main" id="{A3489B49-08AF-B377-36A8-D0A688417E05}"/>
              </a:ext>
            </a:extLst>
          </p:cNvPr>
          <p:cNvSpPr>
            <a:spLocks xmlns:a="http://schemas.openxmlformats.org/drawingml/2006/main" noGrp="1"/>
          </p:cNvSpPr>
          <p:nvPr/>
        </p:nvSpPr>
        <p:spPr>
          <a:xfrm xmlns:a="http://schemas.openxmlformats.org/drawingml/2006/main">
            <a:off x="711391" y="34849117"/>
            <a:ext cx="9639019" cy="898707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400" b="1" i="0">
                <a:solidFill>
                  <a:srgbClr val="1A1A1A"/>
                </a:solidFill>
                <a:latin typeface="Arial"/>
                <a:ea typeface="Arial"/>
                <a:cs typeface="Arial"/>
              </a:rPr>
              <a:t>BOCINAS TERMOACÚSTICAS.</a:t>
            </a:r>
          </a:p>
          <a:p xmlns:a="http://schemas.openxmlformats.org/drawingml/2006/main">
            <a:pPr algn="just">
              <a:buNone/>
            </a:pPr>
            <a:endParaRPr sz="3400" b="1" i="0">
              <a:solidFill>
                <a:srgbClr val="1A1A1A"/>
              </a:solidFill>
              <a:latin typeface="Arial"/>
              <a:ea typeface="Arial"/>
              <a:cs typeface="Arial"/>
            </a:endParaRPr>
          </a:p>
          <a:p xmlns:a="http://schemas.openxmlformats.org/drawingml/2006/main">
            <a:pPr algn="just">
              <a:buNone/>
            </a:pPr>
            <a:r>
              <a:rPr sz="3400">
                <a:latin typeface="Arial"/>
                <a:ea typeface="Arial"/>
                <a:cs typeface="Arial"/>
              </a:rPr>
              <a:t>Las primeras observaciones de la producción de sonido a través del calentamiento adecuado en un sistema datan de mediados del siglo XVIII. </a:t>
            </a:r>
          </a:p>
          <a:p xmlns:a="http://schemas.openxmlformats.org/drawingml/2006/main">
            <a:pPr algn="just">
              <a:buNone/>
            </a:pPr>
            <a:r>
              <a:rPr sz="3400" i="0">
                <a:latin typeface="Arial"/>
                <a:ea typeface="Arial"/>
                <a:cs typeface="Arial"/>
              </a:rPr>
              <a:t>Donde </a:t>
            </a:r>
            <a:r>
              <a:rPr sz="3400">
                <a:latin typeface="Arial"/>
                <a:ea typeface="Arial"/>
                <a:cs typeface="Arial"/>
              </a:rPr>
              <a:t>Rayleigh (1896) fue el primero en dar una explicación a este fenómeno.[3]</a:t>
            </a:r>
          </a:p>
          <a:p xmlns:a="http://schemas.openxmlformats.org/drawingml/2006/main">
            <a:pPr algn="just">
              <a:buNone/>
            </a:pPr>
            <a:r>
              <a:rPr sz="3400">
                <a:latin typeface="Arial"/>
                <a:ea typeface="Arial"/>
                <a:cs typeface="Arial"/>
              </a:rPr>
              <a:t>Rayleigh explicó en términos de la fase relativa de la oscilación de presión y la entrada de calor al fluido. Mencionó lo siguiente: </a:t>
            </a:r>
            <a:r>
              <a:rPr sz="3400" i="1">
                <a:latin typeface="Arial"/>
                <a:ea typeface="Arial"/>
                <a:cs typeface="Arial"/>
              </a:rPr>
              <a:t>“Si se transfiere calor al fluido en el momento de máxima presión aumentará aún más la presión y si se extrae calor en el momento de mínima presión, se disminuirá aún más la presión”</a:t>
            </a:r>
            <a:r>
              <a:rPr sz="3400">
                <a:latin typeface="Arial"/>
                <a:ea typeface="Arial"/>
                <a:cs typeface="Arial"/>
              </a:rPr>
              <a:t>, por lo que se estará aumentando la amplitud de la perturbación de presión original, es decir la onda acústica será excitada.</a:t>
            </a:r>
          </a:p>
        </p:txBody>
      </p:sp>
      <p:sp>
        <p:nvSpPr>
          <p:cNvPr id="29" name="CuadroTexto 28">
            <a:extLst xmlns:a="http://schemas.openxmlformats.org/drawingml/2006/main">
              <a:ext uri="{FF2B5EF4-FFF2-40B4-BE49-F238E27FC236}">
                <a16:creationId xmlns:a16="http://schemas.microsoft.com/office/drawing/2014/main" id="{3FDABAB0-D307-2F38-BE52-9303015051B3}"/>
              </a:ext>
            </a:extLst>
          </p:cNvPr>
          <p:cNvSpPr>
            <a:spLocks xmlns:a="http://schemas.openxmlformats.org/drawingml/2006/main" noGrp="1"/>
          </p:cNvSpPr>
          <p:nvPr/>
        </p:nvSpPr>
        <p:spPr>
          <a:xfrm xmlns:a="http://schemas.openxmlformats.org/drawingml/2006/main">
            <a:off x="11430953" y="6040102"/>
            <a:ext cx="9688987" cy="218521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3400" b="0" i="0">
                <a:latin typeface="Arial"/>
                <a:ea typeface="Arial"/>
                <a:cs typeface="Arial"/>
              </a:rPr>
              <a:t>El trabajo adicional de </a:t>
            </a:r>
            <a:r>
              <a:rPr sz="3400" b="0" i="0">
                <a:latin typeface="Arial"/>
                <a:ea typeface="Arial"/>
                <a:cs typeface="Arial"/>
              </a:rPr>
              <a:t>Langle</a:t>
            </a:r>
            <a:r>
              <a:rPr sz="3400" b="0" i="0">
                <a:latin typeface="Arial"/>
                <a:ea typeface="Arial"/>
                <a:cs typeface="Arial"/>
              </a:rPr>
              <a:t> en 1915 introdujo el concepto de un termófono. En lo que se considera la primera exploración teórica exhaustiva del termófono [2].</a:t>
            </a:r>
          </a:p>
        </p:txBody>
      </p:sp>
      <p:pic>
        <p:nvPicPr>
          <p:cNvPr id="82" name="Imagen 23"/>
          <p:cNvPicPr>
            <a:picLocks xmlns:a="http://schemas.openxmlformats.org/drawingml/2006/main" noChangeAspect="1"/>
          </p:cNvPicPr>
          <p:nvPr/>
        </p:nvPicPr>
        <p:blipFill>
          <a:blip xmlns:r="http://schemas.openxmlformats.org/officeDocument/2006/relationships" xmlns:a="http://schemas.openxmlformats.org/drawingml/2006/main" r:embed="R7d8574c646744351"/>
          <a:stretch xmlns:a="http://schemas.openxmlformats.org/drawingml/2006/main">
            <a:fillRect l="0" t="0" r="0" b="0"/>
          </a:stretch>
        </p:blipFill>
        <p:spPr>
          <a:xfrm xmlns:a="http://schemas.openxmlformats.org/drawingml/2006/main">
            <a:off x="11344881" y="30748467"/>
            <a:ext cx="9946661" cy="4772056"/>
          </a:xfrm>
          <a:prstGeom xmlns:a="http://schemas.openxmlformats.org/drawingml/2006/main" prst="rect">
            <a:avLst/>
          </a:prstGeom>
        </p:spPr>
      </p:pic>
      <p:pic>
        <p:nvPicPr>
          <p:cNvPr id="83" name="Imagen 30"/>
          <p:cNvPicPr>
            <a:picLocks xmlns:a="http://schemas.openxmlformats.org/drawingml/2006/main" noChangeAspect="1"/>
          </p:cNvPicPr>
          <p:nvPr/>
        </p:nvPicPr>
        <p:blipFill rotWithShape="1">
          <a:blip xmlns:r="http://schemas.openxmlformats.org/officeDocument/2006/relationships" xmlns:a="http://schemas.openxmlformats.org/drawingml/2006/main" r:embed="Re8c12eef09a74b87"/>
          <a:srcRect xmlns:a="http://schemas.openxmlformats.org/drawingml/2006/main" l="21461" t="9278" r="16720" b="5983"/>
          <a:stretch xmlns:a="http://schemas.openxmlformats.org/drawingml/2006/main"/>
        </p:blipFill>
        <p:spPr>
          <a:xfrm xmlns:a="http://schemas.openxmlformats.org/drawingml/2006/main" rot="16200000" flipV="1">
            <a:off x="14664488" y="35686086"/>
            <a:ext cx="3307449" cy="9774520"/>
          </a:xfrm>
          <a:prstGeom xmlns:a="http://schemas.openxmlformats.org/drawingml/2006/main" prst="rect">
            <a:avLst/>
          </a:prstGeom>
        </p:spPr>
      </p:pic>
      <p:pic>
        <p:nvPicPr>
          <p:cNvPr id="84" name="Imagen 33"/>
          <p:cNvPicPr>
            <a:picLocks xmlns:a="http://schemas.openxmlformats.org/drawingml/2006/main" noChangeAspect="1"/>
          </p:cNvPicPr>
          <p:nvPr/>
        </p:nvPicPr>
        <p:blipFill>
          <a:blip xmlns:r="http://schemas.openxmlformats.org/officeDocument/2006/relationships" xmlns:a="http://schemas.openxmlformats.org/drawingml/2006/main" r:embed="Re551a059bfeb49d3"/>
          <a:stretch xmlns:a="http://schemas.openxmlformats.org/drawingml/2006/main">
            <a:fillRect l="0" t="0" r="0" b="0"/>
          </a:stretch>
        </p:blipFill>
        <p:spPr>
          <a:xfrm xmlns:a="http://schemas.openxmlformats.org/drawingml/2006/main">
            <a:off x="22142633" y="18129449"/>
            <a:ext cx="9252495" cy="6864753"/>
          </a:xfrm>
          <a:prstGeom xmlns:a="http://schemas.openxmlformats.org/drawingml/2006/main" prst="rect">
            <a:avLst/>
          </a:prstGeom>
        </p:spPr>
      </p:pic>
      <p:pic>
        <p:nvPicPr>
          <p:cNvPr id="85" name="Imagen 2"/>
          <p:cNvPicPr>
            <a:picLocks xmlns:a="http://schemas.openxmlformats.org/drawingml/2006/main" noChangeAspect="1"/>
          </p:cNvPicPr>
          <p:nvPr/>
        </p:nvPicPr>
        <p:blipFill rotWithShape="1">
          <a:blip xmlns:r="http://schemas.openxmlformats.org/officeDocument/2006/relationships" xmlns:a="http://schemas.openxmlformats.org/drawingml/2006/main" r:embed="Rafc1e12dc5864acf"/>
          <a:srcRect xmlns:a="http://schemas.openxmlformats.org/drawingml/2006/main" l="8043" t="21676" r="6160" b="22074"/>
          <a:stretch xmlns:a="http://schemas.openxmlformats.org/drawingml/2006/main"/>
        </p:blipFill>
        <p:spPr>
          <a:xfrm xmlns:a="http://schemas.openxmlformats.org/drawingml/2006/main">
            <a:off x="14027840" y="12737424"/>
            <a:ext cx="5561220" cy="5166843"/>
          </a:xfrm>
          <a:prstGeom xmlns:a="http://schemas.openxmlformats.org/drawingml/2006/main" prst="rect">
            <a:avLst/>
          </a:prstGeom>
        </p:spPr>
      </p:pic>
    </p:spTree>
    <p:extLst>
      <p:ext uri="{BB962C8B-B14F-4D97-AF65-F5344CB8AC3E}">
        <p14:creationId xmlns:p14="http://schemas.microsoft.com/office/powerpoint/2010/main" val="268003153"/>
      </p:ext>
    </p:extLst>
  </p:cSld>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2026-08-31T21:25:05.1710000Z</dcterms:created>
  <dcterms:modified xsi:type="dcterms:W3CDTF">2026-08-31T21:25:05.1710000Z</dcterms:modified>
</coreProperties>
</file>